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3" r:id="rId7"/>
    <p:sldId id="268" r:id="rId8"/>
    <p:sldId id="275" r:id="rId9"/>
    <p:sldId id="264" r:id="rId10"/>
    <p:sldId id="265" r:id="rId11"/>
    <p:sldId id="266" r:id="rId12"/>
    <p:sldId id="267" r:id="rId13"/>
    <p:sldId id="276" r:id="rId14"/>
    <p:sldId id="277" r:id="rId15"/>
    <p:sldId id="278" r:id="rId16"/>
    <p:sldId id="279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04" y="774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9DD4C5-77C8-4F6A-8FC2-D2FC1DFF47BE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A43DD4-7388-442A-BB2E-4E756ADC5E84}">
      <dgm:prSet phldrT="[Text]" phldr="1"/>
      <dgm:spPr/>
      <dgm:t>
        <a:bodyPr/>
        <a:lstStyle/>
        <a:p>
          <a:endParaRPr lang="en-US" dirty="0"/>
        </a:p>
      </dgm:t>
    </dgm:pt>
    <dgm:pt modelId="{5384718C-6786-4CBA-B95E-D8F17C1AD63F}" type="parTrans" cxnId="{E999FA0F-A236-4B0D-97E2-84FE0CC21A71}">
      <dgm:prSet/>
      <dgm:spPr/>
      <dgm:t>
        <a:bodyPr/>
        <a:lstStyle/>
        <a:p>
          <a:endParaRPr lang="en-US"/>
        </a:p>
      </dgm:t>
    </dgm:pt>
    <dgm:pt modelId="{A119C057-400F-405B-8A36-CA868EAADAE7}" type="sibTrans" cxnId="{E999FA0F-A236-4B0D-97E2-84FE0CC21A71}">
      <dgm:prSet/>
      <dgm:spPr/>
      <dgm:t>
        <a:bodyPr/>
        <a:lstStyle/>
        <a:p>
          <a:endParaRPr lang="en-US"/>
        </a:p>
      </dgm:t>
    </dgm:pt>
    <dgm:pt modelId="{F6F7EB1C-7384-4450-A655-8BABB9DF5C24}">
      <dgm:prSet phldrT="[Text]"/>
      <dgm:spPr/>
      <dgm:t>
        <a:bodyPr/>
        <a:lstStyle/>
        <a:p>
          <a:r>
            <a:rPr lang="en-US" dirty="0" smtClean="0"/>
            <a:t>Promote human care and welfare of animals.</a:t>
          </a:r>
          <a:endParaRPr lang="en-US" dirty="0"/>
        </a:p>
      </dgm:t>
    </dgm:pt>
    <dgm:pt modelId="{F9F9381E-1EA1-4227-BBE7-BDBE4BAFB33C}" type="parTrans" cxnId="{B03905F9-073C-4094-A340-DD1A105636AB}">
      <dgm:prSet/>
      <dgm:spPr/>
      <dgm:t>
        <a:bodyPr/>
        <a:lstStyle/>
        <a:p>
          <a:endParaRPr lang="en-US"/>
        </a:p>
      </dgm:t>
    </dgm:pt>
    <dgm:pt modelId="{CE8BF072-FB92-49F9-9D91-8B18A101482B}" type="sibTrans" cxnId="{B03905F9-073C-4094-A340-DD1A105636AB}">
      <dgm:prSet/>
      <dgm:spPr/>
      <dgm:t>
        <a:bodyPr/>
        <a:lstStyle/>
        <a:p>
          <a:endParaRPr lang="en-US"/>
        </a:p>
      </dgm:t>
    </dgm:pt>
    <dgm:pt modelId="{AEA593AD-BBD2-4365-B535-B04BFE81891E}">
      <dgm:prSet phldrT="[Text]"/>
      <dgm:spPr/>
      <dgm:t>
        <a:bodyPr/>
        <a:lstStyle/>
        <a:p>
          <a:r>
            <a:rPr lang="en-US" dirty="0" smtClean="0"/>
            <a:t>Implement the principle of the 3Rs/4Rs</a:t>
          </a:r>
          <a:endParaRPr lang="en-US" dirty="0"/>
        </a:p>
      </dgm:t>
    </dgm:pt>
    <dgm:pt modelId="{4DE8C132-0322-4323-881F-DF91D76E5796}" type="parTrans" cxnId="{55FA54CE-4E27-4317-B0DE-D8F96F7C9182}">
      <dgm:prSet/>
      <dgm:spPr/>
      <dgm:t>
        <a:bodyPr/>
        <a:lstStyle/>
        <a:p>
          <a:endParaRPr lang="en-US"/>
        </a:p>
      </dgm:t>
    </dgm:pt>
    <dgm:pt modelId="{4F8E78DB-1905-4C25-AAD8-D2347406380B}" type="sibTrans" cxnId="{55FA54CE-4E27-4317-B0DE-D8F96F7C9182}">
      <dgm:prSet/>
      <dgm:spPr/>
      <dgm:t>
        <a:bodyPr/>
        <a:lstStyle/>
        <a:p>
          <a:endParaRPr lang="en-US"/>
        </a:p>
      </dgm:t>
    </dgm:pt>
    <dgm:pt modelId="{2A9200F0-AA07-4767-BAF5-645CCA67AB35}">
      <dgm:prSet phldrT="[Text]" phldr="1"/>
      <dgm:spPr/>
      <dgm:t>
        <a:bodyPr/>
        <a:lstStyle/>
        <a:p>
          <a:endParaRPr lang="en-US"/>
        </a:p>
      </dgm:t>
    </dgm:pt>
    <dgm:pt modelId="{BE46F5FF-FEC6-40AC-9CBD-0D392808AD2A}" type="parTrans" cxnId="{418460DD-B325-463B-9EC6-C7607EA93B8D}">
      <dgm:prSet/>
      <dgm:spPr/>
      <dgm:t>
        <a:bodyPr/>
        <a:lstStyle/>
        <a:p>
          <a:endParaRPr lang="en-US"/>
        </a:p>
      </dgm:t>
    </dgm:pt>
    <dgm:pt modelId="{3EBF3BFC-CE73-4893-8006-756CBCB82442}" type="sibTrans" cxnId="{418460DD-B325-463B-9EC6-C7607EA93B8D}">
      <dgm:prSet/>
      <dgm:spPr/>
      <dgm:t>
        <a:bodyPr/>
        <a:lstStyle/>
        <a:p>
          <a:endParaRPr lang="en-US"/>
        </a:p>
      </dgm:t>
    </dgm:pt>
    <dgm:pt modelId="{546C31A4-D986-4758-B574-0BDAB1D2EB08}">
      <dgm:prSet phldrT="[Text]"/>
      <dgm:spPr/>
      <dgm:t>
        <a:bodyPr/>
        <a:lstStyle/>
        <a:p>
          <a:r>
            <a:rPr lang="en-US" dirty="0" smtClean="0"/>
            <a:t>To monitor and inspect animal facilities</a:t>
          </a:r>
          <a:endParaRPr lang="en-US" dirty="0"/>
        </a:p>
      </dgm:t>
    </dgm:pt>
    <dgm:pt modelId="{411B1B7C-5774-48E1-9483-8D65EC763AE1}" type="parTrans" cxnId="{CB4E20E9-9D72-437B-A6AD-7F9EDFAA86BF}">
      <dgm:prSet/>
      <dgm:spPr/>
      <dgm:t>
        <a:bodyPr/>
        <a:lstStyle/>
        <a:p>
          <a:endParaRPr lang="en-US"/>
        </a:p>
      </dgm:t>
    </dgm:pt>
    <dgm:pt modelId="{39C7193C-2C2C-47A6-8C8F-040EE6503439}" type="sibTrans" cxnId="{CB4E20E9-9D72-437B-A6AD-7F9EDFAA86BF}">
      <dgm:prSet/>
      <dgm:spPr/>
      <dgm:t>
        <a:bodyPr/>
        <a:lstStyle/>
        <a:p>
          <a:endParaRPr lang="en-US"/>
        </a:p>
      </dgm:t>
    </dgm:pt>
    <dgm:pt modelId="{3A8DEB10-5578-48A8-9D28-B3E49110AE04}">
      <dgm:prSet phldrT="[Text]"/>
      <dgm:spPr/>
      <dgm:t>
        <a:bodyPr/>
        <a:lstStyle/>
        <a:p>
          <a:r>
            <a:rPr lang="en-US" dirty="0" smtClean="0"/>
            <a:t>To minimize </a:t>
          </a:r>
          <a:r>
            <a:rPr lang="en-US" dirty="0" err="1" smtClean="0"/>
            <a:t>pain,suffering</a:t>
          </a:r>
          <a:r>
            <a:rPr lang="en-US" dirty="0" smtClean="0"/>
            <a:t> and distress during animal experimentation</a:t>
          </a:r>
          <a:endParaRPr lang="en-US" dirty="0"/>
        </a:p>
      </dgm:t>
    </dgm:pt>
    <dgm:pt modelId="{F67F711C-6F03-4456-9482-52CB846A49F2}" type="parTrans" cxnId="{2FCEF8FB-A43E-490E-8CB0-EC0FA4AFF7A5}">
      <dgm:prSet/>
      <dgm:spPr/>
      <dgm:t>
        <a:bodyPr/>
        <a:lstStyle/>
        <a:p>
          <a:endParaRPr lang="en-US"/>
        </a:p>
      </dgm:t>
    </dgm:pt>
    <dgm:pt modelId="{4D4B3C34-1946-4BDE-894F-08EDCFBDB65B}" type="sibTrans" cxnId="{2FCEF8FB-A43E-490E-8CB0-EC0FA4AFF7A5}">
      <dgm:prSet/>
      <dgm:spPr/>
      <dgm:t>
        <a:bodyPr/>
        <a:lstStyle/>
        <a:p>
          <a:endParaRPr lang="en-US"/>
        </a:p>
      </dgm:t>
    </dgm:pt>
    <dgm:pt modelId="{07416903-91E6-4CF6-AA47-83AFC011E967}">
      <dgm:prSet phldrT="[Text]" phldr="1"/>
      <dgm:spPr/>
      <dgm:t>
        <a:bodyPr/>
        <a:lstStyle/>
        <a:p>
          <a:endParaRPr lang="en-US"/>
        </a:p>
      </dgm:t>
    </dgm:pt>
    <dgm:pt modelId="{288FB036-86CE-4701-A22A-1EAFB864436E}" type="parTrans" cxnId="{B3EC01E1-2DCE-4020-B19A-18AAAA193A07}">
      <dgm:prSet/>
      <dgm:spPr/>
      <dgm:t>
        <a:bodyPr/>
        <a:lstStyle/>
        <a:p>
          <a:endParaRPr lang="en-US"/>
        </a:p>
      </dgm:t>
    </dgm:pt>
    <dgm:pt modelId="{1695129D-F96E-4D8E-9113-C5832AA46296}" type="sibTrans" cxnId="{B3EC01E1-2DCE-4020-B19A-18AAAA193A07}">
      <dgm:prSet/>
      <dgm:spPr/>
      <dgm:t>
        <a:bodyPr/>
        <a:lstStyle/>
        <a:p>
          <a:endParaRPr lang="en-US"/>
        </a:p>
      </dgm:t>
    </dgm:pt>
    <dgm:pt modelId="{8AF8B178-8213-4F76-8974-D0254E15D5A0}">
      <dgm:prSet phldrT="[Text]"/>
      <dgm:spPr/>
      <dgm:t>
        <a:bodyPr/>
        <a:lstStyle/>
        <a:p>
          <a:r>
            <a:rPr lang="en-US" dirty="0" smtClean="0"/>
            <a:t>Promote ethical awareness and training.</a:t>
          </a:r>
          <a:endParaRPr lang="en-US" dirty="0"/>
        </a:p>
      </dgm:t>
    </dgm:pt>
    <dgm:pt modelId="{78642DE2-97F3-4B06-9E93-D8A7E9DF526E}" type="parTrans" cxnId="{1B4E880D-7092-4879-906E-9ADA1F21A899}">
      <dgm:prSet/>
      <dgm:spPr/>
      <dgm:t>
        <a:bodyPr/>
        <a:lstStyle/>
        <a:p>
          <a:endParaRPr lang="en-US"/>
        </a:p>
      </dgm:t>
    </dgm:pt>
    <dgm:pt modelId="{5529AFBE-CA75-4FCD-A78F-56A0B60B1D09}" type="sibTrans" cxnId="{1B4E880D-7092-4879-906E-9ADA1F21A899}">
      <dgm:prSet/>
      <dgm:spPr/>
      <dgm:t>
        <a:bodyPr/>
        <a:lstStyle/>
        <a:p>
          <a:endParaRPr lang="en-US"/>
        </a:p>
      </dgm:t>
    </dgm:pt>
    <dgm:pt modelId="{E3985862-9730-44EA-BD7F-A6155430B721}" type="pres">
      <dgm:prSet presAssocID="{829DD4C5-77C8-4F6A-8FC2-D2FC1DFF47B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7B1B3AB-E42A-4A3B-9CF7-486019C7FC54}" type="pres">
      <dgm:prSet presAssocID="{4AA43DD4-7388-442A-BB2E-4E756ADC5E84}" presName="composite" presStyleCnt="0"/>
      <dgm:spPr/>
    </dgm:pt>
    <dgm:pt modelId="{615CF3B6-4480-4686-85C1-8BCCC28D0999}" type="pres">
      <dgm:prSet presAssocID="{4AA43DD4-7388-442A-BB2E-4E756ADC5E84}" presName="parentText" presStyleLbl="alignNode1" presStyleIdx="0" presStyleCnt="3" custLinFactNeighborX="6647" custLinFactNeighborY="-5324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38B97F-5CC3-419B-BDB5-299C03937EF5}" type="pres">
      <dgm:prSet presAssocID="{4AA43DD4-7388-442A-BB2E-4E756ADC5E84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30CDE2-9AAB-4766-A2E6-248625829CA6}" type="pres">
      <dgm:prSet presAssocID="{A119C057-400F-405B-8A36-CA868EAADAE7}" presName="sp" presStyleCnt="0"/>
      <dgm:spPr/>
    </dgm:pt>
    <dgm:pt modelId="{FBE3401D-C194-45E6-806C-0B7CBDE7F837}" type="pres">
      <dgm:prSet presAssocID="{2A9200F0-AA07-4767-BAF5-645CCA67AB35}" presName="composite" presStyleCnt="0"/>
      <dgm:spPr/>
    </dgm:pt>
    <dgm:pt modelId="{08C04973-0E9F-4C70-AA4A-23A1A24633D5}" type="pres">
      <dgm:prSet presAssocID="{2A9200F0-AA07-4767-BAF5-645CCA67AB35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E21299-AA8B-49D9-9249-D57E3B433D8F}" type="pres">
      <dgm:prSet presAssocID="{2A9200F0-AA07-4767-BAF5-645CCA67AB35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AAE3CA-0EC5-4477-A9E1-8E45EAC7816F}" type="pres">
      <dgm:prSet presAssocID="{3EBF3BFC-CE73-4893-8006-756CBCB82442}" presName="sp" presStyleCnt="0"/>
      <dgm:spPr/>
    </dgm:pt>
    <dgm:pt modelId="{2C242225-BBFB-4A16-822C-47835233DF11}" type="pres">
      <dgm:prSet presAssocID="{07416903-91E6-4CF6-AA47-83AFC011E967}" presName="composite" presStyleCnt="0"/>
      <dgm:spPr/>
    </dgm:pt>
    <dgm:pt modelId="{CAE7D903-2555-46FA-B230-B9143F41954C}" type="pres">
      <dgm:prSet presAssocID="{07416903-91E6-4CF6-AA47-83AFC011E967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8CE2F0-712D-4A5A-8E51-263C7EAF18C1}" type="pres">
      <dgm:prSet presAssocID="{07416903-91E6-4CF6-AA47-83AFC011E967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03905F9-073C-4094-A340-DD1A105636AB}" srcId="{4AA43DD4-7388-442A-BB2E-4E756ADC5E84}" destId="{F6F7EB1C-7384-4450-A655-8BABB9DF5C24}" srcOrd="0" destOrd="0" parTransId="{F9F9381E-1EA1-4227-BBE7-BDBE4BAFB33C}" sibTransId="{CE8BF072-FB92-49F9-9D91-8B18A101482B}"/>
    <dgm:cxn modelId="{418460DD-B325-463B-9EC6-C7607EA93B8D}" srcId="{829DD4C5-77C8-4F6A-8FC2-D2FC1DFF47BE}" destId="{2A9200F0-AA07-4767-BAF5-645CCA67AB35}" srcOrd="1" destOrd="0" parTransId="{BE46F5FF-FEC6-40AC-9CBD-0D392808AD2A}" sibTransId="{3EBF3BFC-CE73-4893-8006-756CBCB82442}"/>
    <dgm:cxn modelId="{B3EC01E1-2DCE-4020-B19A-18AAAA193A07}" srcId="{829DD4C5-77C8-4F6A-8FC2-D2FC1DFF47BE}" destId="{07416903-91E6-4CF6-AA47-83AFC011E967}" srcOrd="2" destOrd="0" parTransId="{288FB036-86CE-4701-A22A-1EAFB864436E}" sibTransId="{1695129D-F96E-4D8E-9113-C5832AA46296}"/>
    <dgm:cxn modelId="{BED7C8F2-8FD1-4C11-962E-7036188616EE}" type="presOf" srcId="{4AA43DD4-7388-442A-BB2E-4E756ADC5E84}" destId="{615CF3B6-4480-4686-85C1-8BCCC28D0999}" srcOrd="0" destOrd="0" presId="urn:microsoft.com/office/officeart/2005/8/layout/chevron2"/>
    <dgm:cxn modelId="{1B4E880D-7092-4879-906E-9ADA1F21A899}" srcId="{07416903-91E6-4CF6-AA47-83AFC011E967}" destId="{8AF8B178-8213-4F76-8974-D0254E15D5A0}" srcOrd="0" destOrd="0" parTransId="{78642DE2-97F3-4B06-9E93-D8A7E9DF526E}" sibTransId="{5529AFBE-CA75-4FCD-A78F-56A0B60B1D09}"/>
    <dgm:cxn modelId="{D3334B86-B0B0-4230-9E23-0AD14B48A2EC}" type="presOf" srcId="{07416903-91E6-4CF6-AA47-83AFC011E967}" destId="{CAE7D903-2555-46FA-B230-B9143F41954C}" srcOrd="0" destOrd="0" presId="urn:microsoft.com/office/officeart/2005/8/layout/chevron2"/>
    <dgm:cxn modelId="{A7674B1A-D32A-465D-AA98-7BFC7DC8FBCE}" type="presOf" srcId="{829DD4C5-77C8-4F6A-8FC2-D2FC1DFF47BE}" destId="{E3985862-9730-44EA-BD7F-A6155430B721}" srcOrd="0" destOrd="0" presId="urn:microsoft.com/office/officeart/2005/8/layout/chevron2"/>
    <dgm:cxn modelId="{1EB820A6-5010-4881-8AFF-CFD1E79D012A}" type="presOf" srcId="{546C31A4-D986-4758-B574-0BDAB1D2EB08}" destId="{B8E21299-AA8B-49D9-9249-D57E3B433D8F}" srcOrd="0" destOrd="0" presId="urn:microsoft.com/office/officeart/2005/8/layout/chevron2"/>
    <dgm:cxn modelId="{38D87796-907C-4AA7-88E5-0C9E4FDF2F78}" type="presOf" srcId="{8AF8B178-8213-4F76-8974-D0254E15D5A0}" destId="{378CE2F0-712D-4A5A-8E51-263C7EAF18C1}" srcOrd="0" destOrd="0" presId="urn:microsoft.com/office/officeart/2005/8/layout/chevron2"/>
    <dgm:cxn modelId="{2FCEF8FB-A43E-490E-8CB0-EC0FA4AFF7A5}" srcId="{2A9200F0-AA07-4767-BAF5-645CCA67AB35}" destId="{3A8DEB10-5578-48A8-9D28-B3E49110AE04}" srcOrd="1" destOrd="0" parTransId="{F67F711C-6F03-4456-9482-52CB846A49F2}" sibTransId="{4D4B3C34-1946-4BDE-894F-08EDCFBDB65B}"/>
    <dgm:cxn modelId="{55FA54CE-4E27-4317-B0DE-D8F96F7C9182}" srcId="{4AA43DD4-7388-442A-BB2E-4E756ADC5E84}" destId="{AEA593AD-BBD2-4365-B535-B04BFE81891E}" srcOrd="1" destOrd="0" parTransId="{4DE8C132-0322-4323-881F-DF91D76E5796}" sibTransId="{4F8E78DB-1905-4C25-AAD8-D2347406380B}"/>
    <dgm:cxn modelId="{E999FA0F-A236-4B0D-97E2-84FE0CC21A71}" srcId="{829DD4C5-77C8-4F6A-8FC2-D2FC1DFF47BE}" destId="{4AA43DD4-7388-442A-BB2E-4E756ADC5E84}" srcOrd="0" destOrd="0" parTransId="{5384718C-6786-4CBA-B95E-D8F17C1AD63F}" sibTransId="{A119C057-400F-405B-8A36-CA868EAADAE7}"/>
    <dgm:cxn modelId="{2D5787C5-3469-43F8-B46A-8492AFF514EE}" type="presOf" srcId="{F6F7EB1C-7384-4450-A655-8BABB9DF5C24}" destId="{9E38B97F-5CC3-419B-BDB5-299C03937EF5}" srcOrd="0" destOrd="0" presId="urn:microsoft.com/office/officeart/2005/8/layout/chevron2"/>
    <dgm:cxn modelId="{77CAB39C-5A54-4A7C-89F5-ECF3CE0E595E}" type="presOf" srcId="{AEA593AD-BBD2-4365-B535-B04BFE81891E}" destId="{9E38B97F-5CC3-419B-BDB5-299C03937EF5}" srcOrd="0" destOrd="1" presId="urn:microsoft.com/office/officeart/2005/8/layout/chevron2"/>
    <dgm:cxn modelId="{0E8FD967-AF6E-4FEF-BE32-C59AC610B411}" type="presOf" srcId="{2A9200F0-AA07-4767-BAF5-645CCA67AB35}" destId="{08C04973-0E9F-4C70-AA4A-23A1A24633D5}" srcOrd="0" destOrd="0" presId="urn:microsoft.com/office/officeart/2005/8/layout/chevron2"/>
    <dgm:cxn modelId="{55E28B13-6505-40CA-8ADD-06896203B2E5}" type="presOf" srcId="{3A8DEB10-5578-48A8-9D28-B3E49110AE04}" destId="{B8E21299-AA8B-49D9-9249-D57E3B433D8F}" srcOrd="0" destOrd="1" presId="urn:microsoft.com/office/officeart/2005/8/layout/chevron2"/>
    <dgm:cxn modelId="{CB4E20E9-9D72-437B-A6AD-7F9EDFAA86BF}" srcId="{2A9200F0-AA07-4767-BAF5-645CCA67AB35}" destId="{546C31A4-D986-4758-B574-0BDAB1D2EB08}" srcOrd="0" destOrd="0" parTransId="{411B1B7C-5774-48E1-9483-8D65EC763AE1}" sibTransId="{39C7193C-2C2C-47A6-8C8F-040EE6503439}"/>
    <dgm:cxn modelId="{5AD78A8F-F398-475F-9032-FAEE913267BC}" type="presParOf" srcId="{E3985862-9730-44EA-BD7F-A6155430B721}" destId="{87B1B3AB-E42A-4A3B-9CF7-486019C7FC54}" srcOrd="0" destOrd="0" presId="urn:microsoft.com/office/officeart/2005/8/layout/chevron2"/>
    <dgm:cxn modelId="{A98D8318-E827-4658-BB28-B9195646C6CD}" type="presParOf" srcId="{87B1B3AB-E42A-4A3B-9CF7-486019C7FC54}" destId="{615CF3B6-4480-4686-85C1-8BCCC28D0999}" srcOrd="0" destOrd="0" presId="urn:microsoft.com/office/officeart/2005/8/layout/chevron2"/>
    <dgm:cxn modelId="{3E65EDB4-6C2D-4F61-A4AB-A66E288171A4}" type="presParOf" srcId="{87B1B3AB-E42A-4A3B-9CF7-486019C7FC54}" destId="{9E38B97F-5CC3-419B-BDB5-299C03937EF5}" srcOrd="1" destOrd="0" presId="urn:microsoft.com/office/officeart/2005/8/layout/chevron2"/>
    <dgm:cxn modelId="{BF3D1360-BA9F-4E54-9A87-CA0A4AD47D1F}" type="presParOf" srcId="{E3985862-9730-44EA-BD7F-A6155430B721}" destId="{F730CDE2-9AAB-4766-A2E6-248625829CA6}" srcOrd="1" destOrd="0" presId="urn:microsoft.com/office/officeart/2005/8/layout/chevron2"/>
    <dgm:cxn modelId="{73DF91B3-E6B1-49D2-BDC0-15BE0069CB5B}" type="presParOf" srcId="{E3985862-9730-44EA-BD7F-A6155430B721}" destId="{FBE3401D-C194-45E6-806C-0B7CBDE7F837}" srcOrd="2" destOrd="0" presId="urn:microsoft.com/office/officeart/2005/8/layout/chevron2"/>
    <dgm:cxn modelId="{271BD97E-C464-4A5B-95DD-22F402CE2A84}" type="presParOf" srcId="{FBE3401D-C194-45E6-806C-0B7CBDE7F837}" destId="{08C04973-0E9F-4C70-AA4A-23A1A24633D5}" srcOrd="0" destOrd="0" presId="urn:microsoft.com/office/officeart/2005/8/layout/chevron2"/>
    <dgm:cxn modelId="{5177BB39-748A-482A-9FB5-BB9AE71E559E}" type="presParOf" srcId="{FBE3401D-C194-45E6-806C-0B7CBDE7F837}" destId="{B8E21299-AA8B-49D9-9249-D57E3B433D8F}" srcOrd="1" destOrd="0" presId="urn:microsoft.com/office/officeart/2005/8/layout/chevron2"/>
    <dgm:cxn modelId="{42E79E36-97D0-496A-A5F1-3150EA74D807}" type="presParOf" srcId="{E3985862-9730-44EA-BD7F-A6155430B721}" destId="{EBAAE3CA-0EC5-4477-A9E1-8E45EAC7816F}" srcOrd="3" destOrd="0" presId="urn:microsoft.com/office/officeart/2005/8/layout/chevron2"/>
    <dgm:cxn modelId="{A2B77033-0FCF-4EB9-8593-1B5F0FE7C705}" type="presParOf" srcId="{E3985862-9730-44EA-BD7F-A6155430B721}" destId="{2C242225-BBFB-4A16-822C-47835233DF11}" srcOrd="4" destOrd="0" presId="urn:microsoft.com/office/officeart/2005/8/layout/chevron2"/>
    <dgm:cxn modelId="{B18E9A33-BCB2-4C77-82C9-EFA576E0754A}" type="presParOf" srcId="{2C242225-BBFB-4A16-822C-47835233DF11}" destId="{CAE7D903-2555-46FA-B230-B9143F41954C}" srcOrd="0" destOrd="0" presId="urn:microsoft.com/office/officeart/2005/8/layout/chevron2"/>
    <dgm:cxn modelId="{77DEBDE2-8028-490E-86B8-B5AE2FA7BCCF}" type="presParOf" srcId="{2C242225-BBFB-4A16-822C-47835233DF11}" destId="{378CE2F0-712D-4A5A-8E51-263C7EAF18C1}" srcOrd="1" destOrd="0" presId="urn:microsoft.com/office/officeart/2005/8/layout/chevron2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A4D08F-A8F1-4513-88B5-D8C7E5BADE79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D4DC55-FD3B-4850-8853-7DDB6D7322A3}">
      <dgm:prSet phldrT="[Text]" phldr="1"/>
      <dgm:spPr/>
      <dgm:t>
        <a:bodyPr/>
        <a:lstStyle/>
        <a:p>
          <a:endParaRPr lang="en-US" dirty="0"/>
        </a:p>
      </dgm:t>
    </dgm:pt>
    <dgm:pt modelId="{6F89BE3F-0184-4B67-B858-F3B124EE0747}" type="parTrans" cxnId="{6206D663-E882-4EC2-B571-01FBBDEE3321}">
      <dgm:prSet/>
      <dgm:spPr/>
      <dgm:t>
        <a:bodyPr/>
        <a:lstStyle/>
        <a:p>
          <a:endParaRPr lang="en-US"/>
        </a:p>
      </dgm:t>
    </dgm:pt>
    <dgm:pt modelId="{AB550D9B-06C4-40BF-A790-6C405889FAA8}" type="sibTrans" cxnId="{6206D663-E882-4EC2-B571-01FBBDEE3321}">
      <dgm:prSet/>
      <dgm:spPr/>
      <dgm:t>
        <a:bodyPr/>
        <a:lstStyle/>
        <a:p>
          <a:endParaRPr lang="en-US"/>
        </a:p>
      </dgm:t>
    </dgm:pt>
    <dgm:pt modelId="{96021965-6494-4C5F-BE40-F5F3E63065D4}">
      <dgm:prSet phldrT="[Text]" custT="1"/>
      <dgm:spPr/>
      <dgm:t>
        <a:bodyPr/>
        <a:lstStyle/>
        <a:p>
          <a:r>
            <a:rPr lang="en-US" sz="1400" dirty="0" smtClean="0"/>
            <a:t>Veterinary care</a:t>
          </a:r>
          <a:endParaRPr lang="en-US" sz="1400" dirty="0"/>
        </a:p>
      </dgm:t>
    </dgm:pt>
    <dgm:pt modelId="{37A03071-90B4-414F-BF05-CFE09950EC29}" type="parTrans" cxnId="{70A062F2-5558-40B1-BB2E-A40D20F3C74B}">
      <dgm:prSet/>
      <dgm:spPr/>
      <dgm:t>
        <a:bodyPr/>
        <a:lstStyle/>
        <a:p>
          <a:endParaRPr lang="en-US"/>
        </a:p>
      </dgm:t>
    </dgm:pt>
    <dgm:pt modelId="{5A11314E-F08B-400A-A43B-428BB7FDBE03}" type="sibTrans" cxnId="{70A062F2-5558-40B1-BB2E-A40D20F3C74B}">
      <dgm:prSet/>
      <dgm:spPr/>
      <dgm:t>
        <a:bodyPr/>
        <a:lstStyle/>
        <a:p>
          <a:endParaRPr lang="en-US"/>
        </a:p>
      </dgm:t>
    </dgm:pt>
    <dgm:pt modelId="{9AF50AF1-9A7E-497C-9F45-FEBA65ED67CF}">
      <dgm:prSet phldrT="[Text]" phldr="1"/>
      <dgm:spPr/>
      <dgm:t>
        <a:bodyPr/>
        <a:lstStyle/>
        <a:p>
          <a:endParaRPr lang="en-US" sz="1100" dirty="0"/>
        </a:p>
      </dgm:t>
    </dgm:pt>
    <dgm:pt modelId="{CFF0C0C0-5EDE-459B-85B2-A502A08637A1}" type="parTrans" cxnId="{50FDE808-A4A8-4C8F-A607-71155E42EE62}">
      <dgm:prSet/>
      <dgm:spPr/>
      <dgm:t>
        <a:bodyPr/>
        <a:lstStyle/>
        <a:p>
          <a:endParaRPr lang="en-US"/>
        </a:p>
      </dgm:t>
    </dgm:pt>
    <dgm:pt modelId="{A02B9765-F54C-4DCF-AF79-8DFBD834D0FD}" type="sibTrans" cxnId="{50FDE808-A4A8-4C8F-A607-71155E42EE62}">
      <dgm:prSet/>
      <dgm:spPr/>
      <dgm:t>
        <a:bodyPr/>
        <a:lstStyle/>
        <a:p>
          <a:endParaRPr lang="en-US"/>
        </a:p>
      </dgm:t>
    </dgm:pt>
    <dgm:pt modelId="{AFB42851-DD24-495E-A4FB-D11AFD45603C}">
      <dgm:prSet phldrT="[Text]" phldr="1"/>
      <dgm:spPr/>
      <dgm:t>
        <a:bodyPr/>
        <a:lstStyle/>
        <a:p>
          <a:endParaRPr lang="en-US"/>
        </a:p>
      </dgm:t>
    </dgm:pt>
    <dgm:pt modelId="{E16E581F-792D-4977-8C15-322FDE76B2C6}" type="parTrans" cxnId="{9679DBF7-AA3D-425A-8817-C96A2362B6F1}">
      <dgm:prSet/>
      <dgm:spPr/>
      <dgm:t>
        <a:bodyPr/>
        <a:lstStyle/>
        <a:p>
          <a:endParaRPr lang="en-US"/>
        </a:p>
      </dgm:t>
    </dgm:pt>
    <dgm:pt modelId="{8EF65C55-C67B-4ED7-BA74-6CF469D1ADBF}" type="sibTrans" cxnId="{9679DBF7-AA3D-425A-8817-C96A2362B6F1}">
      <dgm:prSet/>
      <dgm:spPr/>
      <dgm:t>
        <a:bodyPr/>
        <a:lstStyle/>
        <a:p>
          <a:endParaRPr lang="en-US"/>
        </a:p>
      </dgm:t>
    </dgm:pt>
    <dgm:pt modelId="{004D9AB5-61BD-45A7-9208-23CC2704F774}">
      <dgm:prSet phldrT="[Text]" custT="1"/>
      <dgm:spPr/>
      <dgm:t>
        <a:bodyPr/>
        <a:lstStyle/>
        <a:p>
          <a:r>
            <a:rPr lang="en-US" sz="1400" dirty="0" smtClean="0"/>
            <a:t>Personnel and training</a:t>
          </a:r>
          <a:endParaRPr lang="en-US" sz="1400" dirty="0"/>
        </a:p>
      </dgm:t>
    </dgm:pt>
    <dgm:pt modelId="{5E3B9C9D-61C0-464F-A769-B15959F7FFAF}" type="parTrans" cxnId="{718DE325-6439-4DDB-ACBC-29C21E48842F}">
      <dgm:prSet/>
      <dgm:spPr/>
      <dgm:t>
        <a:bodyPr/>
        <a:lstStyle/>
        <a:p>
          <a:endParaRPr lang="en-US"/>
        </a:p>
      </dgm:t>
    </dgm:pt>
    <dgm:pt modelId="{61A893D5-1B25-46DA-8ECB-DB1190F75FB1}" type="sibTrans" cxnId="{718DE325-6439-4DDB-ACBC-29C21E48842F}">
      <dgm:prSet/>
      <dgm:spPr/>
      <dgm:t>
        <a:bodyPr/>
        <a:lstStyle/>
        <a:p>
          <a:endParaRPr lang="en-US"/>
        </a:p>
      </dgm:t>
    </dgm:pt>
    <dgm:pt modelId="{4515B01F-5418-439A-B0F1-DA0B905F2AAC}">
      <dgm:prSet phldrT="[Text]" phldr="1"/>
      <dgm:spPr/>
      <dgm:t>
        <a:bodyPr/>
        <a:lstStyle/>
        <a:p>
          <a:endParaRPr lang="en-US" sz="1100"/>
        </a:p>
      </dgm:t>
    </dgm:pt>
    <dgm:pt modelId="{C71A96BC-80D9-4E47-BE8C-1875C4EA510C}" type="parTrans" cxnId="{FBB44FBB-6D95-4391-974D-44A4E3A01FCB}">
      <dgm:prSet/>
      <dgm:spPr/>
      <dgm:t>
        <a:bodyPr/>
        <a:lstStyle/>
        <a:p>
          <a:endParaRPr lang="en-US"/>
        </a:p>
      </dgm:t>
    </dgm:pt>
    <dgm:pt modelId="{C94435B9-F2BF-475E-9E4C-DC2F6ACFC3AC}" type="sibTrans" cxnId="{FBB44FBB-6D95-4391-974D-44A4E3A01FCB}">
      <dgm:prSet/>
      <dgm:spPr/>
      <dgm:t>
        <a:bodyPr/>
        <a:lstStyle/>
        <a:p>
          <a:endParaRPr lang="en-US"/>
        </a:p>
      </dgm:t>
    </dgm:pt>
    <dgm:pt modelId="{C9D42624-84E4-486B-9DF3-CC9195205AF5}">
      <dgm:prSet phldrT="[Text]" phldr="1"/>
      <dgm:spPr/>
      <dgm:t>
        <a:bodyPr/>
        <a:lstStyle/>
        <a:p>
          <a:endParaRPr lang="en-US"/>
        </a:p>
      </dgm:t>
    </dgm:pt>
    <dgm:pt modelId="{56BEB1E4-2783-4EB0-AC60-8ECB68E90373}" type="parTrans" cxnId="{E60A2FFD-4D6E-4AE4-A29A-2E85D4DDE574}">
      <dgm:prSet/>
      <dgm:spPr/>
      <dgm:t>
        <a:bodyPr/>
        <a:lstStyle/>
        <a:p>
          <a:endParaRPr lang="en-US"/>
        </a:p>
      </dgm:t>
    </dgm:pt>
    <dgm:pt modelId="{2C30B123-DF70-4541-A919-AD5560A95D95}" type="sibTrans" cxnId="{E60A2FFD-4D6E-4AE4-A29A-2E85D4DDE574}">
      <dgm:prSet/>
      <dgm:spPr/>
      <dgm:t>
        <a:bodyPr/>
        <a:lstStyle/>
        <a:p>
          <a:endParaRPr lang="en-US"/>
        </a:p>
      </dgm:t>
    </dgm:pt>
    <dgm:pt modelId="{E114B30E-6002-42B5-B031-2E260F5FB230}">
      <dgm:prSet phldrT="[Text]" custT="1"/>
      <dgm:spPr/>
      <dgm:t>
        <a:bodyPr/>
        <a:lstStyle/>
        <a:p>
          <a:r>
            <a:rPr lang="en-US" sz="1400" dirty="0" smtClean="0"/>
            <a:t>Animal procurement</a:t>
          </a:r>
          <a:endParaRPr lang="en-US" sz="1400" dirty="0"/>
        </a:p>
      </dgm:t>
    </dgm:pt>
    <dgm:pt modelId="{AA6C875D-8F41-4F97-A60E-7FD40B7D8BA6}" type="parTrans" cxnId="{AEE6D6CA-9BDF-4162-879F-5E7A6A01731C}">
      <dgm:prSet/>
      <dgm:spPr/>
      <dgm:t>
        <a:bodyPr/>
        <a:lstStyle/>
        <a:p>
          <a:endParaRPr lang="en-US"/>
        </a:p>
      </dgm:t>
    </dgm:pt>
    <dgm:pt modelId="{C1F8BAB8-8584-485E-ABA9-F4D053718ADE}" type="sibTrans" cxnId="{AEE6D6CA-9BDF-4162-879F-5E7A6A01731C}">
      <dgm:prSet/>
      <dgm:spPr/>
      <dgm:t>
        <a:bodyPr/>
        <a:lstStyle/>
        <a:p>
          <a:endParaRPr lang="en-US"/>
        </a:p>
      </dgm:t>
    </dgm:pt>
    <dgm:pt modelId="{C4527D63-B404-4E5D-9584-A6A354E5EFE8}">
      <dgm:prSet phldrT="[Text]" custT="1"/>
      <dgm:spPr/>
      <dgm:t>
        <a:bodyPr/>
        <a:lstStyle/>
        <a:p>
          <a:r>
            <a:rPr lang="en-US" sz="1400" dirty="0" smtClean="0"/>
            <a:t>Quarantine, stabilization and separation</a:t>
          </a:r>
          <a:endParaRPr lang="en-US" sz="1400" dirty="0"/>
        </a:p>
      </dgm:t>
    </dgm:pt>
    <dgm:pt modelId="{AB12EB94-00D1-4795-BA7A-ECF445216BEE}" type="parTrans" cxnId="{A6811BC5-0EA9-44B2-8B2D-97F48E089F8B}">
      <dgm:prSet/>
      <dgm:spPr/>
      <dgm:t>
        <a:bodyPr/>
        <a:lstStyle/>
        <a:p>
          <a:endParaRPr lang="en-US"/>
        </a:p>
      </dgm:t>
    </dgm:pt>
    <dgm:pt modelId="{7177CE10-035F-4A6C-80AB-3E51A594BF1E}" type="sibTrans" cxnId="{A6811BC5-0EA9-44B2-8B2D-97F48E089F8B}">
      <dgm:prSet/>
      <dgm:spPr/>
      <dgm:t>
        <a:bodyPr/>
        <a:lstStyle/>
        <a:p>
          <a:endParaRPr lang="en-US"/>
        </a:p>
      </dgm:t>
    </dgm:pt>
    <dgm:pt modelId="{718B943E-DFFD-4319-A09A-252FC7B472D5}">
      <dgm:prSet phldrT="[Text]" custT="1"/>
      <dgm:spPr/>
      <dgm:t>
        <a:bodyPr/>
        <a:lstStyle/>
        <a:p>
          <a:r>
            <a:rPr lang="en-US" sz="1400" dirty="0" smtClean="0"/>
            <a:t>Animal care</a:t>
          </a:r>
          <a:endParaRPr lang="en-US" sz="1400" dirty="0"/>
        </a:p>
      </dgm:t>
    </dgm:pt>
    <dgm:pt modelId="{D234C389-9688-4877-A796-A03A78828C7E}" type="parTrans" cxnId="{50C01070-2EFA-4C65-9496-359DC2F0E4DC}">
      <dgm:prSet/>
      <dgm:spPr/>
    </dgm:pt>
    <dgm:pt modelId="{48E38776-8A34-48B1-B0FD-3DDBF7AD7F11}" type="sibTrans" cxnId="{50C01070-2EFA-4C65-9496-359DC2F0E4DC}">
      <dgm:prSet/>
      <dgm:spPr/>
    </dgm:pt>
    <dgm:pt modelId="{9C3E03AE-F772-4873-9E06-18A3E15F463D}">
      <dgm:prSet phldrT="[Text]" custT="1"/>
      <dgm:spPr/>
      <dgm:t>
        <a:bodyPr/>
        <a:lstStyle/>
        <a:p>
          <a:r>
            <a:rPr lang="en-US" sz="1400" dirty="0" smtClean="0"/>
            <a:t>Personal hygiene</a:t>
          </a:r>
          <a:endParaRPr lang="en-US" sz="1400" dirty="0"/>
        </a:p>
      </dgm:t>
    </dgm:pt>
    <dgm:pt modelId="{07734C1A-3740-4A33-924A-156FE2F03CA2}" type="parTrans" cxnId="{A07D9F8D-1234-4C38-B602-0597E62B5247}">
      <dgm:prSet/>
      <dgm:spPr/>
    </dgm:pt>
    <dgm:pt modelId="{7BD1820D-8527-4E99-B347-DB70F0D44E3B}" type="sibTrans" cxnId="{A07D9F8D-1234-4C38-B602-0597E62B5247}">
      <dgm:prSet/>
      <dgm:spPr/>
    </dgm:pt>
    <dgm:pt modelId="{14C3F09F-36D9-4CAF-A2CB-328407ED17FD}">
      <dgm:prSet phldrT="[Text]" phldr="1"/>
      <dgm:spPr/>
      <dgm:t>
        <a:bodyPr/>
        <a:lstStyle/>
        <a:p>
          <a:endParaRPr lang="en-US" sz="1100"/>
        </a:p>
      </dgm:t>
    </dgm:pt>
    <dgm:pt modelId="{84564F47-9C73-43F3-A31F-B0FB98A43BD3}" type="sibTrans" cxnId="{C556B399-8244-45C5-BC57-38535DBD69BD}">
      <dgm:prSet/>
      <dgm:spPr/>
      <dgm:t>
        <a:bodyPr/>
        <a:lstStyle/>
        <a:p>
          <a:endParaRPr lang="en-US"/>
        </a:p>
      </dgm:t>
    </dgm:pt>
    <dgm:pt modelId="{CE1A68F6-5FD3-4103-8A36-93EA6840140D}" type="parTrans" cxnId="{C556B399-8244-45C5-BC57-38535DBD69BD}">
      <dgm:prSet/>
      <dgm:spPr/>
      <dgm:t>
        <a:bodyPr/>
        <a:lstStyle/>
        <a:p>
          <a:endParaRPr lang="en-US"/>
        </a:p>
      </dgm:t>
    </dgm:pt>
    <dgm:pt modelId="{99FDAB05-5B82-4FDD-A583-00EF4D65BE1B}">
      <dgm:prSet phldrT="[Text]" custT="1"/>
      <dgm:spPr/>
      <dgm:t>
        <a:bodyPr/>
        <a:lstStyle/>
        <a:p>
          <a:r>
            <a:rPr lang="en-US" sz="1400" dirty="0" smtClean="0"/>
            <a:t>Sanitation</a:t>
          </a:r>
          <a:r>
            <a:rPr lang="en-US" sz="1100" dirty="0" smtClean="0"/>
            <a:t> </a:t>
          </a:r>
          <a:r>
            <a:rPr lang="en-US" sz="1400" dirty="0" smtClean="0"/>
            <a:t>and cleanliness </a:t>
          </a:r>
          <a:endParaRPr lang="en-US" sz="1400" dirty="0"/>
        </a:p>
      </dgm:t>
    </dgm:pt>
    <dgm:pt modelId="{8D806A18-FA54-4E97-90F4-160CD63C410A}" type="sibTrans" cxnId="{3592ADF9-2C6B-4916-B90D-A9F51E9D449C}">
      <dgm:prSet/>
      <dgm:spPr/>
    </dgm:pt>
    <dgm:pt modelId="{39889F41-2654-47C8-B846-F28E6A242F7C}" type="parTrans" cxnId="{3592ADF9-2C6B-4916-B90D-A9F51E9D449C}">
      <dgm:prSet/>
      <dgm:spPr/>
    </dgm:pt>
    <dgm:pt modelId="{D2FD2C1D-1D05-4CD2-945E-6A36E30DA254}">
      <dgm:prSet phldrT="[Text]" custT="1"/>
      <dgm:spPr/>
      <dgm:t>
        <a:bodyPr/>
        <a:lstStyle/>
        <a:p>
          <a:r>
            <a:rPr lang="en-US" sz="1400" dirty="0" smtClean="0"/>
            <a:t>Animal husbandry </a:t>
          </a:r>
          <a:endParaRPr lang="en-US" sz="1400" dirty="0"/>
        </a:p>
      </dgm:t>
    </dgm:pt>
    <dgm:pt modelId="{697B0CD3-1B08-46C9-89AF-9B271DF91AB3}" type="sibTrans" cxnId="{F743721B-E446-42F4-AEEF-D0C8A216F157}">
      <dgm:prSet/>
      <dgm:spPr/>
    </dgm:pt>
    <dgm:pt modelId="{A66F3FDE-500A-49B3-93FB-73B2C5EBD3DD}" type="parTrans" cxnId="{F743721B-E446-42F4-AEEF-D0C8A216F157}">
      <dgm:prSet/>
      <dgm:spPr/>
    </dgm:pt>
    <dgm:pt modelId="{BC2FBF2A-8247-4BAA-9B5A-6826981C9CDA}">
      <dgm:prSet phldrT="[Text]" custT="1"/>
      <dgm:spPr/>
      <dgm:t>
        <a:bodyPr/>
        <a:lstStyle/>
        <a:p>
          <a:r>
            <a:rPr lang="en-US" sz="1400" dirty="0" smtClean="0"/>
            <a:t>Physical facilities</a:t>
          </a:r>
          <a:endParaRPr lang="en-US" sz="1400" dirty="0"/>
        </a:p>
      </dgm:t>
    </dgm:pt>
    <dgm:pt modelId="{6B98DCCA-5A92-4209-8215-BBB34066E47C}" type="sibTrans" cxnId="{43F7455F-88BC-4C0F-8D0E-97913AA55D81}">
      <dgm:prSet/>
      <dgm:spPr/>
      <dgm:t>
        <a:bodyPr/>
        <a:lstStyle/>
        <a:p>
          <a:endParaRPr lang="en-US"/>
        </a:p>
      </dgm:t>
    </dgm:pt>
    <dgm:pt modelId="{20B96A35-A23F-4D5B-BADE-CCB3B138117D}" type="parTrans" cxnId="{43F7455F-88BC-4C0F-8D0E-97913AA55D81}">
      <dgm:prSet/>
      <dgm:spPr/>
      <dgm:t>
        <a:bodyPr/>
        <a:lstStyle/>
        <a:p>
          <a:endParaRPr lang="en-US"/>
        </a:p>
      </dgm:t>
    </dgm:pt>
    <dgm:pt modelId="{EE36A83C-5FD9-4E64-9C46-5FC1FA15DEEF}" type="pres">
      <dgm:prSet presAssocID="{17A4D08F-A8F1-4513-88B5-D8C7E5BADE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8528D89-EFCF-41E0-B9A5-39C5987E8173}" type="pres">
      <dgm:prSet presAssocID="{02D4DC55-FD3B-4850-8853-7DDB6D7322A3}" presName="composite" presStyleCnt="0"/>
      <dgm:spPr/>
    </dgm:pt>
    <dgm:pt modelId="{F2A957F2-F3EA-42B6-975B-3AED434C56A2}" type="pres">
      <dgm:prSet presAssocID="{02D4DC55-FD3B-4850-8853-7DDB6D7322A3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9543A5-44A7-4D3E-A638-525E2870E70B}" type="pres">
      <dgm:prSet presAssocID="{02D4DC55-FD3B-4850-8853-7DDB6D7322A3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8A8F9A-4F8C-412D-B786-6D86A957209C}" type="pres">
      <dgm:prSet presAssocID="{AB550D9B-06C4-40BF-A790-6C405889FAA8}" presName="sp" presStyleCnt="0"/>
      <dgm:spPr/>
    </dgm:pt>
    <dgm:pt modelId="{9E86BB38-8C82-4265-999D-6D3FDF743EB7}" type="pres">
      <dgm:prSet presAssocID="{AFB42851-DD24-495E-A4FB-D11AFD45603C}" presName="composite" presStyleCnt="0"/>
      <dgm:spPr/>
    </dgm:pt>
    <dgm:pt modelId="{B48465EF-D2FF-4627-9856-A6F322E5D0C6}" type="pres">
      <dgm:prSet presAssocID="{AFB42851-DD24-495E-A4FB-D11AFD45603C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254219-FB39-4487-B64B-2A3AAF62147A}" type="pres">
      <dgm:prSet presAssocID="{AFB42851-DD24-495E-A4FB-D11AFD45603C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9D42E3-886A-44F3-88FB-E03D64A9BD03}" type="pres">
      <dgm:prSet presAssocID="{8EF65C55-C67B-4ED7-BA74-6CF469D1ADBF}" presName="sp" presStyleCnt="0"/>
      <dgm:spPr/>
    </dgm:pt>
    <dgm:pt modelId="{F45BA5AF-DBC2-49C9-B2F8-F60EF912CB46}" type="pres">
      <dgm:prSet presAssocID="{C9D42624-84E4-486B-9DF3-CC9195205AF5}" presName="composite" presStyleCnt="0"/>
      <dgm:spPr/>
    </dgm:pt>
    <dgm:pt modelId="{97C6A25B-2971-4FF9-93EB-7FF67E920F64}" type="pres">
      <dgm:prSet presAssocID="{C9D42624-84E4-486B-9DF3-CC9195205AF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378EE2-45E7-4500-9908-C0B1A2598271}" type="pres">
      <dgm:prSet presAssocID="{C9D42624-84E4-486B-9DF3-CC9195205AF5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EE6D6CA-9BDF-4162-879F-5E7A6A01731C}" srcId="{02D4DC55-FD3B-4850-8853-7DDB6D7322A3}" destId="{E114B30E-6002-42B5-B031-2E260F5FB230}" srcOrd="1" destOrd="0" parTransId="{AA6C875D-8F41-4F97-A60E-7FD40B7D8BA6}" sibTransId="{C1F8BAB8-8584-485E-ABA9-F4D053718ADE}"/>
    <dgm:cxn modelId="{BEC4822E-E7E4-4E66-97D0-D4A3A90E87A7}" type="presOf" srcId="{E114B30E-6002-42B5-B031-2E260F5FB230}" destId="{479543A5-44A7-4D3E-A638-525E2870E70B}" srcOrd="0" destOrd="1" presId="urn:microsoft.com/office/officeart/2005/8/layout/chevron2"/>
    <dgm:cxn modelId="{C556B399-8244-45C5-BC57-38535DBD69BD}" srcId="{C9D42624-84E4-486B-9DF3-CC9195205AF5}" destId="{14C3F09F-36D9-4CAF-A2CB-328407ED17FD}" srcOrd="3" destOrd="0" parTransId="{CE1A68F6-5FD3-4103-8A36-93EA6840140D}" sibTransId="{84564F47-9C73-43F3-A31F-B0FB98A43BD3}"/>
    <dgm:cxn modelId="{9A057183-CD81-49AF-AA0F-3645E10E7701}" type="presOf" srcId="{BC2FBF2A-8247-4BAA-9B5A-6826981C9CDA}" destId="{DD378EE2-45E7-4500-9908-C0B1A2598271}" srcOrd="0" destOrd="0" presId="urn:microsoft.com/office/officeart/2005/8/layout/chevron2"/>
    <dgm:cxn modelId="{3592ADF9-2C6B-4916-B90D-A9F51E9D449C}" srcId="{C9D42624-84E4-486B-9DF3-CC9195205AF5}" destId="{99FDAB05-5B82-4FDD-A583-00EF4D65BE1B}" srcOrd="2" destOrd="0" parTransId="{39889F41-2654-47C8-B846-F28E6A242F7C}" sibTransId="{8D806A18-FA54-4E97-90F4-160CD63C410A}"/>
    <dgm:cxn modelId="{50FDE808-A4A8-4C8F-A607-71155E42EE62}" srcId="{02D4DC55-FD3B-4850-8853-7DDB6D7322A3}" destId="{9AF50AF1-9A7E-497C-9F45-FEBA65ED67CF}" srcOrd="3" destOrd="0" parTransId="{CFF0C0C0-5EDE-459B-85B2-A502A08637A1}" sibTransId="{A02B9765-F54C-4DCF-AF79-8DFBD834D0FD}"/>
    <dgm:cxn modelId="{9679DBF7-AA3D-425A-8817-C96A2362B6F1}" srcId="{17A4D08F-A8F1-4513-88B5-D8C7E5BADE79}" destId="{AFB42851-DD24-495E-A4FB-D11AFD45603C}" srcOrd="1" destOrd="0" parTransId="{E16E581F-792D-4977-8C15-322FDE76B2C6}" sibTransId="{8EF65C55-C67B-4ED7-BA74-6CF469D1ADBF}"/>
    <dgm:cxn modelId="{50C01070-2EFA-4C65-9496-359DC2F0E4DC}" srcId="{AFB42851-DD24-495E-A4FB-D11AFD45603C}" destId="{718B943E-DFFD-4319-A09A-252FC7B472D5}" srcOrd="1" destOrd="0" parTransId="{D234C389-9688-4877-A796-A03A78828C7E}" sibTransId="{48E38776-8A34-48B1-B0FD-3DDBF7AD7F11}"/>
    <dgm:cxn modelId="{CB1E9A08-FF62-4D6B-8782-F0543CE87D51}" type="presOf" srcId="{718B943E-DFFD-4319-A09A-252FC7B472D5}" destId="{67254219-FB39-4487-B64B-2A3AAF62147A}" srcOrd="0" destOrd="1" presId="urn:microsoft.com/office/officeart/2005/8/layout/chevron2"/>
    <dgm:cxn modelId="{718DE325-6439-4DDB-ACBC-29C21E48842F}" srcId="{AFB42851-DD24-495E-A4FB-D11AFD45603C}" destId="{004D9AB5-61BD-45A7-9208-23CC2704F774}" srcOrd="0" destOrd="0" parTransId="{5E3B9C9D-61C0-464F-A769-B15959F7FFAF}" sibTransId="{61A893D5-1B25-46DA-8ECB-DB1190F75FB1}"/>
    <dgm:cxn modelId="{F743721B-E446-42F4-AEEF-D0C8A216F157}" srcId="{C9D42624-84E4-486B-9DF3-CC9195205AF5}" destId="{D2FD2C1D-1D05-4CD2-945E-6A36E30DA254}" srcOrd="1" destOrd="0" parTransId="{A66F3FDE-500A-49B3-93FB-73B2C5EBD3DD}" sibTransId="{697B0CD3-1B08-46C9-89AF-9B271DF91AB3}"/>
    <dgm:cxn modelId="{8B65B941-D135-41C7-8215-10176CE59222}" type="presOf" srcId="{14C3F09F-36D9-4CAF-A2CB-328407ED17FD}" destId="{DD378EE2-45E7-4500-9908-C0B1A2598271}" srcOrd="0" destOrd="3" presId="urn:microsoft.com/office/officeart/2005/8/layout/chevron2"/>
    <dgm:cxn modelId="{41DD81E2-0082-43F3-831B-F8D42D5942EB}" type="presOf" srcId="{D2FD2C1D-1D05-4CD2-945E-6A36E30DA254}" destId="{DD378EE2-45E7-4500-9908-C0B1A2598271}" srcOrd="0" destOrd="1" presId="urn:microsoft.com/office/officeart/2005/8/layout/chevron2"/>
    <dgm:cxn modelId="{072F3676-29F9-46D8-A752-7D46D29CB675}" type="presOf" srcId="{C4527D63-B404-4E5D-9584-A6A354E5EFE8}" destId="{479543A5-44A7-4D3E-A638-525E2870E70B}" srcOrd="0" destOrd="2" presId="urn:microsoft.com/office/officeart/2005/8/layout/chevron2"/>
    <dgm:cxn modelId="{1CDC9825-C9FE-4162-92F6-5F1B039899EA}" type="presOf" srcId="{02D4DC55-FD3B-4850-8853-7DDB6D7322A3}" destId="{F2A957F2-F3EA-42B6-975B-3AED434C56A2}" srcOrd="0" destOrd="0" presId="urn:microsoft.com/office/officeart/2005/8/layout/chevron2"/>
    <dgm:cxn modelId="{0F736AD9-CC71-4D83-8ED6-96E2B74AFC49}" type="presOf" srcId="{9C3E03AE-F772-4873-9E06-18A3E15F463D}" destId="{67254219-FB39-4487-B64B-2A3AAF62147A}" srcOrd="0" destOrd="2" presId="urn:microsoft.com/office/officeart/2005/8/layout/chevron2"/>
    <dgm:cxn modelId="{6206D663-E882-4EC2-B571-01FBBDEE3321}" srcId="{17A4D08F-A8F1-4513-88B5-D8C7E5BADE79}" destId="{02D4DC55-FD3B-4850-8853-7DDB6D7322A3}" srcOrd="0" destOrd="0" parTransId="{6F89BE3F-0184-4B67-B858-F3B124EE0747}" sibTransId="{AB550D9B-06C4-40BF-A790-6C405889FAA8}"/>
    <dgm:cxn modelId="{D9A74145-E3DC-42CB-931C-E200422FC686}" type="presOf" srcId="{4515B01F-5418-439A-B0F1-DA0B905F2AAC}" destId="{67254219-FB39-4487-B64B-2A3AAF62147A}" srcOrd="0" destOrd="3" presId="urn:microsoft.com/office/officeart/2005/8/layout/chevron2"/>
    <dgm:cxn modelId="{A07D9F8D-1234-4C38-B602-0597E62B5247}" srcId="{AFB42851-DD24-495E-A4FB-D11AFD45603C}" destId="{9C3E03AE-F772-4873-9E06-18A3E15F463D}" srcOrd="2" destOrd="0" parTransId="{07734C1A-3740-4A33-924A-156FE2F03CA2}" sibTransId="{7BD1820D-8527-4E99-B347-DB70F0D44E3B}"/>
    <dgm:cxn modelId="{F029397E-4376-4E98-9A4C-17E10C6D4DD2}" type="presOf" srcId="{9AF50AF1-9A7E-497C-9F45-FEBA65ED67CF}" destId="{479543A5-44A7-4D3E-A638-525E2870E70B}" srcOrd="0" destOrd="3" presId="urn:microsoft.com/office/officeart/2005/8/layout/chevron2"/>
    <dgm:cxn modelId="{5D8FF241-B6CE-483B-A78A-A88105B06292}" type="presOf" srcId="{17A4D08F-A8F1-4513-88B5-D8C7E5BADE79}" destId="{EE36A83C-5FD9-4E64-9C46-5FC1FA15DEEF}" srcOrd="0" destOrd="0" presId="urn:microsoft.com/office/officeart/2005/8/layout/chevron2"/>
    <dgm:cxn modelId="{43F7455F-88BC-4C0F-8D0E-97913AA55D81}" srcId="{C9D42624-84E4-486B-9DF3-CC9195205AF5}" destId="{BC2FBF2A-8247-4BAA-9B5A-6826981C9CDA}" srcOrd="0" destOrd="0" parTransId="{20B96A35-A23F-4D5B-BADE-CCB3B138117D}" sibTransId="{6B98DCCA-5A92-4209-8215-BBB34066E47C}"/>
    <dgm:cxn modelId="{048AFEBF-52F9-4D27-B2AF-758F16CBDCE7}" type="presOf" srcId="{C9D42624-84E4-486B-9DF3-CC9195205AF5}" destId="{97C6A25B-2971-4FF9-93EB-7FF67E920F64}" srcOrd="0" destOrd="0" presId="urn:microsoft.com/office/officeart/2005/8/layout/chevron2"/>
    <dgm:cxn modelId="{70A062F2-5558-40B1-BB2E-A40D20F3C74B}" srcId="{02D4DC55-FD3B-4850-8853-7DDB6D7322A3}" destId="{96021965-6494-4C5F-BE40-F5F3E63065D4}" srcOrd="0" destOrd="0" parTransId="{37A03071-90B4-414F-BF05-CFE09950EC29}" sibTransId="{5A11314E-F08B-400A-A43B-428BB7FDBE03}"/>
    <dgm:cxn modelId="{F2C7E4DB-F8E3-49EF-B105-F05A868F6240}" type="presOf" srcId="{99FDAB05-5B82-4FDD-A583-00EF4D65BE1B}" destId="{DD378EE2-45E7-4500-9908-C0B1A2598271}" srcOrd="0" destOrd="2" presId="urn:microsoft.com/office/officeart/2005/8/layout/chevron2"/>
    <dgm:cxn modelId="{E60A2FFD-4D6E-4AE4-A29A-2E85D4DDE574}" srcId="{17A4D08F-A8F1-4513-88B5-D8C7E5BADE79}" destId="{C9D42624-84E4-486B-9DF3-CC9195205AF5}" srcOrd="2" destOrd="0" parTransId="{56BEB1E4-2783-4EB0-AC60-8ECB68E90373}" sibTransId="{2C30B123-DF70-4541-A919-AD5560A95D95}"/>
    <dgm:cxn modelId="{A6811BC5-0EA9-44B2-8B2D-97F48E089F8B}" srcId="{02D4DC55-FD3B-4850-8853-7DDB6D7322A3}" destId="{C4527D63-B404-4E5D-9584-A6A354E5EFE8}" srcOrd="2" destOrd="0" parTransId="{AB12EB94-00D1-4795-BA7A-ECF445216BEE}" sibTransId="{7177CE10-035F-4A6C-80AB-3E51A594BF1E}"/>
    <dgm:cxn modelId="{FBB44FBB-6D95-4391-974D-44A4E3A01FCB}" srcId="{AFB42851-DD24-495E-A4FB-D11AFD45603C}" destId="{4515B01F-5418-439A-B0F1-DA0B905F2AAC}" srcOrd="3" destOrd="0" parTransId="{C71A96BC-80D9-4E47-BE8C-1875C4EA510C}" sibTransId="{C94435B9-F2BF-475E-9E4C-DC2F6ACFC3AC}"/>
    <dgm:cxn modelId="{15D4F055-EB2F-4A79-9A7D-2885A17848AC}" type="presOf" srcId="{004D9AB5-61BD-45A7-9208-23CC2704F774}" destId="{67254219-FB39-4487-B64B-2A3AAF62147A}" srcOrd="0" destOrd="0" presId="urn:microsoft.com/office/officeart/2005/8/layout/chevron2"/>
    <dgm:cxn modelId="{EBE1A3E8-0CED-435E-BC14-220B49DD2CD6}" type="presOf" srcId="{96021965-6494-4C5F-BE40-F5F3E63065D4}" destId="{479543A5-44A7-4D3E-A638-525E2870E70B}" srcOrd="0" destOrd="0" presId="urn:microsoft.com/office/officeart/2005/8/layout/chevron2"/>
    <dgm:cxn modelId="{B9C9CB7A-0C5A-4ABF-B143-CCC92E6943EB}" type="presOf" srcId="{AFB42851-DD24-495E-A4FB-D11AFD45603C}" destId="{B48465EF-D2FF-4627-9856-A6F322E5D0C6}" srcOrd="0" destOrd="0" presId="urn:microsoft.com/office/officeart/2005/8/layout/chevron2"/>
    <dgm:cxn modelId="{EF402C05-D0B6-4FB6-9C7C-C8104564F42A}" type="presParOf" srcId="{EE36A83C-5FD9-4E64-9C46-5FC1FA15DEEF}" destId="{68528D89-EFCF-41E0-B9A5-39C5987E8173}" srcOrd="0" destOrd="0" presId="urn:microsoft.com/office/officeart/2005/8/layout/chevron2"/>
    <dgm:cxn modelId="{E8A36240-8CEA-4009-8869-A27648613809}" type="presParOf" srcId="{68528D89-EFCF-41E0-B9A5-39C5987E8173}" destId="{F2A957F2-F3EA-42B6-975B-3AED434C56A2}" srcOrd="0" destOrd="0" presId="urn:microsoft.com/office/officeart/2005/8/layout/chevron2"/>
    <dgm:cxn modelId="{224FF389-BD91-407B-8367-1AE78A07281F}" type="presParOf" srcId="{68528D89-EFCF-41E0-B9A5-39C5987E8173}" destId="{479543A5-44A7-4D3E-A638-525E2870E70B}" srcOrd="1" destOrd="0" presId="urn:microsoft.com/office/officeart/2005/8/layout/chevron2"/>
    <dgm:cxn modelId="{00A15BD4-9CE1-4E31-AD7D-E07E215CD780}" type="presParOf" srcId="{EE36A83C-5FD9-4E64-9C46-5FC1FA15DEEF}" destId="{D88A8F9A-4F8C-412D-B786-6D86A957209C}" srcOrd="1" destOrd="0" presId="urn:microsoft.com/office/officeart/2005/8/layout/chevron2"/>
    <dgm:cxn modelId="{185F3176-7626-44A0-965E-A4623661E0B4}" type="presParOf" srcId="{EE36A83C-5FD9-4E64-9C46-5FC1FA15DEEF}" destId="{9E86BB38-8C82-4265-999D-6D3FDF743EB7}" srcOrd="2" destOrd="0" presId="urn:microsoft.com/office/officeart/2005/8/layout/chevron2"/>
    <dgm:cxn modelId="{E29FCEFB-A8A4-4F5E-BCD6-4B53C1194DBC}" type="presParOf" srcId="{9E86BB38-8C82-4265-999D-6D3FDF743EB7}" destId="{B48465EF-D2FF-4627-9856-A6F322E5D0C6}" srcOrd="0" destOrd="0" presId="urn:microsoft.com/office/officeart/2005/8/layout/chevron2"/>
    <dgm:cxn modelId="{A51867D0-AC31-4123-BAA5-594581DE6202}" type="presParOf" srcId="{9E86BB38-8C82-4265-999D-6D3FDF743EB7}" destId="{67254219-FB39-4487-B64B-2A3AAF62147A}" srcOrd="1" destOrd="0" presId="urn:microsoft.com/office/officeart/2005/8/layout/chevron2"/>
    <dgm:cxn modelId="{C5B31F2A-195F-44BB-A32F-802A3EB5D846}" type="presParOf" srcId="{EE36A83C-5FD9-4E64-9C46-5FC1FA15DEEF}" destId="{379D42E3-886A-44F3-88FB-E03D64A9BD03}" srcOrd="3" destOrd="0" presId="urn:microsoft.com/office/officeart/2005/8/layout/chevron2"/>
    <dgm:cxn modelId="{76DA7864-F897-46DA-A2AA-1CC93AE9F612}" type="presParOf" srcId="{EE36A83C-5FD9-4E64-9C46-5FC1FA15DEEF}" destId="{F45BA5AF-DBC2-49C9-B2F8-F60EF912CB46}" srcOrd="4" destOrd="0" presId="urn:microsoft.com/office/officeart/2005/8/layout/chevron2"/>
    <dgm:cxn modelId="{22AA97F4-BAA5-4F29-96C0-677015D62FF1}" type="presParOf" srcId="{F45BA5AF-DBC2-49C9-B2F8-F60EF912CB46}" destId="{97C6A25B-2971-4FF9-93EB-7FF67E920F64}" srcOrd="0" destOrd="0" presId="urn:microsoft.com/office/officeart/2005/8/layout/chevron2"/>
    <dgm:cxn modelId="{218F0728-E26A-4A02-8B06-196D88D67F33}" type="presParOf" srcId="{F45BA5AF-DBC2-49C9-B2F8-F60EF912CB46}" destId="{DD378EE2-45E7-4500-9908-C0B1A2598271}" srcOrd="1" destOrd="0" presId="urn:microsoft.com/office/officeart/2005/8/layout/chevron2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3A8BEF-D8A5-4CBF-BD32-CC92618474EF}" type="doc">
      <dgm:prSet loTypeId="urn:microsoft.com/office/officeart/2005/8/layout/vList6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61650E-2B80-4267-9D2E-71F30CA2984E}">
      <dgm:prSet phldrT="[Text]" phldr="1"/>
      <dgm:spPr/>
      <dgm:t>
        <a:bodyPr/>
        <a:lstStyle/>
        <a:p>
          <a:endParaRPr lang="en-US" dirty="0"/>
        </a:p>
      </dgm:t>
    </dgm:pt>
    <dgm:pt modelId="{5BCD9B4D-AC1A-451B-84AF-E53ADC7AA421}" type="parTrans" cxnId="{1D9AD603-E809-453C-99A1-E8AC1A2CF42C}">
      <dgm:prSet/>
      <dgm:spPr/>
      <dgm:t>
        <a:bodyPr/>
        <a:lstStyle/>
        <a:p>
          <a:endParaRPr lang="en-US"/>
        </a:p>
      </dgm:t>
    </dgm:pt>
    <dgm:pt modelId="{5666151B-3DD0-4969-999B-BFDF6AB43D9E}" type="sibTrans" cxnId="{1D9AD603-E809-453C-99A1-E8AC1A2CF42C}">
      <dgm:prSet/>
      <dgm:spPr/>
      <dgm:t>
        <a:bodyPr/>
        <a:lstStyle/>
        <a:p>
          <a:endParaRPr lang="en-US"/>
        </a:p>
      </dgm:t>
    </dgm:pt>
    <dgm:pt modelId="{229E7714-191D-4E01-9896-9405EA1718F2}">
      <dgm:prSet phldrT="[Text]"/>
      <dgm:spPr/>
      <dgm:t>
        <a:bodyPr/>
        <a:lstStyle/>
        <a:p>
          <a:r>
            <a:rPr lang="en-US" dirty="0" smtClean="0"/>
            <a:t>Photographs showing overcrowding and poor condition of animal</a:t>
          </a:r>
          <a:endParaRPr lang="en-US" dirty="0"/>
        </a:p>
      </dgm:t>
    </dgm:pt>
    <dgm:pt modelId="{0233F4F8-5AAF-42EC-A0E7-9EA5A876C591}" type="parTrans" cxnId="{860D2DFD-45D6-46CD-A869-8541C1AFB7CF}">
      <dgm:prSet/>
      <dgm:spPr/>
      <dgm:t>
        <a:bodyPr/>
        <a:lstStyle/>
        <a:p>
          <a:endParaRPr lang="en-US"/>
        </a:p>
      </dgm:t>
    </dgm:pt>
    <dgm:pt modelId="{7B4B06C8-84F7-48D0-B1FB-C7569D130FF9}" type="sibTrans" cxnId="{860D2DFD-45D6-46CD-A869-8541C1AFB7CF}">
      <dgm:prSet/>
      <dgm:spPr/>
      <dgm:t>
        <a:bodyPr/>
        <a:lstStyle/>
        <a:p>
          <a:endParaRPr lang="en-US"/>
        </a:p>
      </dgm:t>
    </dgm:pt>
    <dgm:pt modelId="{76174D11-6FE8-4736-BC82-F8F12EFC20E4}">
      <dgm:prSet phldrT="[Text]" phldr="1"/>
      <dgm:spPr/>
      <dgm:t>
        <a:bodyPr/>
        <a:lstStyle/>
        <a:p>
          <a:endParaRPr lang="en-US" dirty="0"/>
        </a:p>
      </dgm:t>
    </dgm:pt>
    <dgm:pt modelId="{C51A366A-3BFA-464D-9DCD-AA59131BF44C}" type="parTrans" cxnId="{AF202429-794D-44E6-875B-0D36E52EAC60}">
      <dgm:prSet/>
      <dgm:spPr/>
      <dgm:t>
        <a:bodyPr/>
        <a:lstStyle/>
        <a:p>
          <a:endParaRPr lang="en-US"/>
        </a:p>
      </dgm:t>
    </dgm:pt>
    <dgm:pt modelId="{5B175211-FDED-40B8-96A5-996C358F0A67}" type="sibTrans" cxnId="{AF202429-794D-44E6-875B-0D36E52EAC60}">
      <dgm:prSet/>
      <dgm:spPr/>
      <dgm:t>
        <a:bodyPr/>
        <a:lstStyle/>
        <a:p>
          <a:endParaRPr lang="en-US"/>
        </a:p>
      </dgm:t>
    </dgm:pt>
    <dgm:pt modelId="{3948EF6A-C2CA-4EC3-AB21-A1C67999D7C7}">
      <dgm:prSet phldrT="[Text]" phldr="1"/>
      <dgm:spPr/>
      <dgm:t>
        <a:bodyPr/>
        <a:lstStyle/>
        <a:p>
          <a:endParaRPr lang="en-US"/>
        </a:p>
      </dgm:t>
    </dgm:pt>
    <dgm:pt modelId="{3D256558-3324-4855-BB6F-DD02B2FFB019}" type="parTrans" cxnId="{49603789-CF68-4652-8DD2-FAB6272CF807}">
      <dgm:prSet/>
      <dgm:spPr/>
      <dgm:t>
        <a:bodyPr/>
        <a:lstStyle/>
        <a:p>
          <a:endParaRPr lang="en-US"/>
        </a:p>
      </dgm:t>
    </dgm:pt>
    <dgm:pt modelId="{6F1CA3F6-0BF0-47E9-B57A-F4F45E803471}" type="sibTrans" cxnId="{49603789-CF68-4652-8DD2-FAB6272CF807}">
      <dgm:prSet/>
      <dgm:spPr/>
      <dgm:t>
        <a:bodyPr/>
        <a:lstStyle/>
        <a:p>
          <a:endParaRPr lang="en-US"/>
        </a:p>
      </dgm:t>
    </dgm:pt>
    <dgm:pt modelId="{39F528DC-7903-41E0-8A44-DEC08081EB84}">
      <dgm:prSet phldrT="[Text]"/>
      <dgm:spPr/>
      <dgm:t>
        <a:bodyPr/>
        <a:lstStyle/>
        <a:p>
          <a:r>
            <a:rPr lang="en-US" dirty="0" smtClean="0"/>
            <a:t>IAEC circulars approving animal research protocols despite lack of registration.</a:t>
          </a:r>
          <a:endParaRPr lang="en-US" dirty="0"/>
        </a:p>
      </dgm:t>
    </dgm:pt>
    <dgm:pt modelId="{5C27A89B-FE3B-42D7-B376-C83DB5989206}" type="parTrans" cxnId="{AD86CA8B-053C-4082-8B03-98C76F7795B2}">
      <dgm:prSet/>
      <dgm:spPr/>
      <dgm:t>
        <a:bodyPr/>
        <a:lstStyle/>
        <a:p>
          <a:endParaRPr lang="en-US"/>
        </a:p>
      </dgm:t>
    </dgm:pt>
    <dgm:pt modelId="{27EEEBC7-D032-4DC0-92C3-6A33DDBB05AA}" type="sibTrans" cxnId="{AD86CA8B-053C-4082-8B03-98C76F7795B2}">
      <dgm:prSet/>
      <dgm:spPr/>
      <dgm:t>
        <a:bodyPr/>
        <a:lstStyle/>
        <a:p>
          <a:endParaRPr lang="en-US"/>
        </a:p>
      </dgm:t>
    </dgm:pt>
    <dgm:pt modelId="{ECBCA0D5-EF55-4C8E-B053-CA0554B3E3BD}">
      <dgm:prSet phldrT="[Text]" phldr="1"/>
      <dgm:spPr/>
      <dgm:t>
        <a:bodyPr/>
        <a:lstStyle/>
        <a:p>
          <a:endParaRPr lang="en-US"/>
        </a:p>
      </dgm:t>
    </dgm:pt>
    <dgm:pt modelId="{8FAC08E6-4109-490B-AADC-2CC8A9C113B4}" type="parTrans" cxnId="{92C714A2-91B1-4E41-9CCC-7B5700314F2E}">
      <dgm:prSet/>
      <dgm:spPr/>
      <dgm:t>
        <a:bodyPr/>
        <a:lstStyle/>
        <a:p>
          <a:endParaRPr lang="en-US"/>
        </a:p>
      </dgm:t>
    </dgm:pt>
    <dgm:pt modelId="{08D9FC83-1A1A-498A-B751-95D5A47F810F}" type="sibTrans" cxnId="{92C714A2-91B1-4E41-9CCC-7B5700314F2E}">
      <dgm:prSet/>
      <dgm:spPr/>
      <dgm:t>
        <a:bodyPr/>
        <a:lstStyle/>
        <a:p>
          <a:endParaRPr lang="en-US"/>
        </a:p>
      </dgm:t>
    </dgm:pt>
    <dgm:pt modelId="{629E5105-3CB3-4A46-864C-83D62034D347}">
      <dgm:prSet phldrT="[Text]" phldr="1"/>
      <dgm:spPr/>
      <dgm:t>
        <a:bodyPr/>
        <a:lstStyle/>
        <a:p>
          <a:endParaRPr lang="en-US"/>
        </a:p>
      </dgm:t>
    </dgm:pt>
    <dgm:pt modelId="{CAF90919-85F4-413A-BCDD-9EBAF2AD633A}" type="parTrans" cxnId="{01F789DE-EA5B-494E-9026-BFB07F47CF47}">
      <dgm:prSet/>
      <dgm:spPr/>
      <dgm:t>
        <a:bodyPr/>
        <a:lstStyle/>
        <a:p>
          <a:endParaRPr lang="en-US"/>
        </a:p>
      </dgm:t>
    </dgm:pt>
    <dgm:pt modelId="{AF3698B1-2CD4-4E61-BCB8-A2EF594E11B0}" type="sibTrans" cxnId="{01F789DE-EA5B-494E-9026-BFB07F47CF47}">
      <dgm:prSet/>
      <dgm:spPr/>
      <dgm:t>
        <a:bodyPr/>
        <a:lstStyle/>
        <a:p>
          <a:endParaRPr lang="en-US"/>
        </a:p>
      </dgm:t>
    </dgm:pt>
    <dgm:pt modelId="{EF2EC991-E6F3-416B-A467-1179F84263F1}">
      <dgm:prSet phldrT="[Text]"/>
      <dgm:spPr/>
      <dgm:t>
        <a:bodyPr/>
        <a:lstStyle/>
        <a:p>
          <a:r>
            <a:rPr lang="en-US" dirty="0" smtClean="0"/>
            <a:t>Grant approval and published paper indicating ongoing animal experiments</a:t>
          </a:r>
          <a:endParaRPr lang="en-US" dirty="0"/>
        </a:p>
      </dgm:t>
    </dgm:pt>
    <dgm:pt modelId="{EA76C84A-C290-4F69-B2D9-FA96ACB0B475}" type="parTrans" cxnId="{9AEF1C02-BECA-4C9A-9E84-37312BB163CC}">
      <dgm:prSet/>
      <dgm:spPr/>
      <dgm:t>
        <a:bodyPr/>
        <a:lstStyle/>
        <a:p>
          <a:endParaRPr lang="en-US"/>
        </a:p>
      </dgm:t>
    </dgm:pt>
    <dgm:pt modelId="{007B182F-6B0A-45B3-9AD5-E6803D2792B5}" type="sibTrans" cxnId="{9AEF1C02-BECA-4C9A-9E84-37312BB163CC}">
      <dgm:prSet/>
      <dgm:spPr/>
      <dgm:t>
        <a:bodyPr/>
        <a:lstStyle/>
        <a:p>
          <a:endParaRPr lang="en-US"/>
        </a:p>
      </dgm:t>
    </dgm:pt>
    <dgm:pt modelId="{F6BA37FF-0AC4-479D-B6C8-807E559F6B83}">
      <dgm:prSet phldrT="[Text]" phldr="1"/>
      <dgm:spPr/>
      <dgm:t>
        <a:bodyPr/>
        <a:lstStyle/>
        <a:p>
          <a:endParaRPr lang="en-US"/>
        </a:p>
      </dgm:t>
    </dgm:pt>
    <dgm:pt modelId="{2297AF4E-40F3-464E-8EBE-81D985207B16}" type="parTrans" cxnId="{A01960FB-4F93-417A-9884-F1535FB0D93C}">
      <dgm:prSet/>
      <dgm:spPr/>
      <dgm:t>
        <a:bodyPr/>
        <a:lstStyle/>
        <a:p>
          <a:endParaRPr lang="en-US"/>
        </a:p>
      </dgm:t>
    </dgm:pt>
    <dgm:pt modelId="{61371B56-9485-4188-AD1B-CF79DB6AF3CD}" type="sibTrans" cxnId="{A01960FB-4F93-417A-9884-F1535FB0D93C}">
      <dgm:prSet/>
      <dgm:spPr/>
      <dgm:t>
        <a:bodyPr/>
        <a:lstStyle/>
        <a:p>
          <a:endParaRPr lang="en-US"/>
        </a:p>
      </dgm:t>
    </dgm:pt>
    <dgm:pt modelId="{00E27F89-F4C7-43A1-A6FA-C25C3C070F31}" type="pres">
      <dgm:prSet presAssocID="{733A8BEF-D8A5-4CBF-BD32-CC92618474EF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FE13F49-3C57-4BC4-9969-D03423948B90}" type="pres">
      <dgm:prSet presAssocID="{7961650E-2B80-4267-9D2E-71F30CA2984E}" presName="linNode" presStyleCnt="0"/>
      <dgm:spPr/>
    </dgm:pt>
    <dgm:pt modelId="{544A4A8E-C969-4DC3-8932-F88FAE7408FC}" type="pres">
      <dgm:prSet presAssocID="{7961650E-2B80-4267-9D2E-71F30CA2984E}" presName="parent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77B38C-6AA3-475D-B81C-8ED4B21F9CD2}" type="pres">
      <dgm:prSet presAssocID="{7961650E-2B80-4267-9D2E-71F30CA2984E}" presName="childShp" presStyleLbl="b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1BF567-775A-4F3E-92F1-8018DB0831BC}" type="pres">
      <dgm:prSet presAssocID="{5666151B-3DD0-4969-999B-BFDF6AB43D9E}" presName="spacing" presStyleCnt="0"/>
      <dgm:spPr/>
    </dgm:pt>
    <dgm:pt modelId="{5614B001-45D9-469D-B877-478876B77CC0}" type="pres">
      <dgm:prSet presAssocID="{3948EF6A-C2CA-4EC3-AB21-A1C67999D7C7}" presName="linNode" presStyleCnt="0"/>
      <dgm:spPr/>
    </dgm:pt>
    <dgm:pt modelId="{6488C119-45E3-4B81-A649-E7979FF27496}" type="pres">
      <dgm:prSet presAssocID="{3948EF6A-C2CA-4EC3-AB21-A1C67999D7C7}" presName="parent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958800-EBE2-4F49-9CB3-782B4E1B2D1F}" type="pres">
      <dgm:prSet presAssocID="{3948EF6A-C2CA-4EC3-AB21-A1C67999D7C7}" presName="childShp" presStyleLbl="b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586EB1-4CE9-411B-B73C-94B37069BD00}" type="pres">
      <dgm:prSet presAssocID="{6F1CA3F6-0BF0-47E9-B57A-F4F45E803471}" presName="spacing" presStyleCnt="0"/>
      <dgm:spPr/>
    </dgm:pt>
    <dgm:pt modelId="{D92ED03F-37EB-4986-93CD-4966F808E451}" type="pres">
      <dgm:prSet presAssocID="{629E5105-3CB3-4A46-864C-83D62034D347}" presName="linNode" presStyleCnt="0"/>
      <dgm:spPr/>
    </dgm:pt>
    <dgm:pt modelId="{EE62264C-B6A1-4974-AFC1-8621C6B2A150}" type="pres">
      <dgm:prSet presAssocID="{629E5105-3CB3-4A46-864C-83D62034D347}" presName="parent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0EA717-76DB-4494-8E11-E29B90AE7E2C}" type="pres">
      <dgm:prSet presAssocID="{629E5105-3CB3-4A46-864C-83D62034D347}" presName="childShp" presStyleLbl="b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D86CA8B-053C-4082-8B03-98C76F7795B2}" srcId="{3948EF6A-C2CA-4EC3-AB21-A1C67999D7C7}" destId="{39F528DC-7903-41E0-8A44-DEC08081EB84}" srcOrd="0" destOrd="0" parTransId="{5C27A89B-FE3B-42D7-B376-C83DB5989206}" sibTransId="{27EEEBC7-D032-4DC0-92C3-6A33DDBB05AA}"/>
    <dgm:cxn modelId="{B560FB2A-9A70-421A-BF77-0907FD820E81}" type="presOf" srcId="{F6BA37FF-0AC4-479D-B6C8-807E559F6B83}" destId="{C00EA717-76DB-4494-8E11-E29B90AE7E2C}" srcOrd="0" destOrd="1" presId="urn:microsoft.com/office/officeart/2005/8/layout/vList6"/>
    <dgm:cxn modelId="{AF202429-794D-44E6-875B-0D36E52EAC60}" srcId="{7961650E-2B80-4267-9D2E-71F30CA2984E}" destId="{76174D11-6FE8-4736-BC82-F8F12EFC20E4}" srcOrd="1" destOrd="0" parTransId="{C51A366A-3BFA-464D-9DCD-AA59131BF44C}" sibTransId="{5B175211-FDED-40B8-96A5-996C358F0A67}"/>
    <dgm:cxn modelId="{860D2DFD-45D6-46CD-A869-8541C1AFB7CF}" srcId="{7961650E-2B80-4267-9D2E-71F30CA2984E}" destId="{229E7714-191D-4E01-9896-9405EA1718F2}" srcOrd="0" destOrd="0" parTransId="{0233F4F8-5AAF-42EC-A0E7-9EA5A876C591}" sibTransId="{7B4B06C8-84F7-48D0-B1FB-C7569D130FF9}"/>
    <dgm:cxn modelId="{2F0BCF8F-FE46-4980-9AB7-770F84EE429E}" type="presOf" srcId="{7961650E-2B80-4267-9D2E-71F30CA2984E}" destId="{544A4A8E-C969-4DC3-8932-F88FAE7408FC}" srcOrd="0" destOrd="0" presId="urn:microsoft.com/office/officeart/2005/8/layout/vList6"/>
    <dgm:cxn modelId="{92C714A2-91B1-4E41-9CCC-7B5700314F2E}" srcId="{3948EF6A-C2CA-4EC3-AB21-A1C67999D7C7}" destId="{ECBCA0D5-EF55-4C8E-B053-CA0554B3E3BD}" srcOrd="1" destOrd="0" parTransId="{8FAC08E6-4109-490B-AADC-2CC8A9C113B4}" sibTransId="{08D9FC83-1A1A-498A-B751-95D5A47F810F}"/>
    <dgm:cxn modelId="{ED322599-4782-4B2D-8227-74C3DD76A0C7}" type="presOf" srcId="{229E7714-191D-4E01-9896-9405EA1718F2}" destId="{5D77B38C-6AA3-475D-B81C-8ED4B21F9CD2}" srcOrd="0" destOrd="0" presId="urn:microsoft.com/office/officeart/2005/8/layout/vList6"/>
    <dgm:cxn modelId="{1D9AD603-E809-453C-99A1-E8AC1A2CF42C}" srcId="{733A8BEF-D8A5-4CBF-BD32-CC92618474EF}" destId="{7961650E-2B80-4267-9D2E-71F30CA2984E}" srcOrd="0" destOrd="0" parTransId="{5BCD9B4D-AC1A-451B-84AF-E53ADC7AA421}" sibTransId="{5666151B-3DD0-4969-999B-BFDF6AB43D9E}"/>
    <dgm:cxn modelId="{AF8BE7EB-A9D6-4917-AB07-BD830F80D186}" type="presOf" srcId="{EF2EC991-E6F3-416B-A467-1179F84263F1}" destId="{C00EA717-76DB-4494-8E11-E29B90AE7E2C}" srcOrd="0" destOrd="0" presId="urn:microsoft.com/office/officeart/2005/8/layout/vList6"/>
    <dgm:cxn modelId="{49603789-CF68-4652-8DD2-FAB6272CF807}" srcId="{733A8BEF-D8A5-4CBF-BD32-CC92618474EF}" destId="{3948EF6A-C2CA-4EC3-AB21-A1C67999D7C7}" srcOrd="1" destOrd="0" parTransId="{3D256558-3324-4855-BB6F-DD02B2FFB019}" sibTransId="{6F1CA3F6-0BF0-47E9-B57A-F4F45E803471}"/>
    <dgm:cxn modelId="{2CE19342-B0B0-4D4C-8A0F-03A31968A7A0}" type="presOf" srcId="{629E5105-3CB3-4A46-864C-83D62034D347}" destId="{EE62264C-B6A1-4974-AFC1-8621C6B2A150}" srcOrd="0" destOrd="0" presId="urn:microsoft.com/office/officeart/2005/8/layout/vList6"/>
    <dgm:cxn modelId="{9FCB7B0C-303D-428B-A6ED-162612FCB74C}" type="presOf" srcId="{733A8BEF-D8A5-4CBF-BD32-CC92618474EF}" destId="{00E27F89-F4C7-43A1-A6FA-C25C3C070F31}" srcOrd="0" destOrd="0" presId="urn:microsoft.com/office/officeart/2005/8/layout/vList6"/>
    <dgm:cxn modelId="{83F0A291-F8C3-4710-AEC4-02E31CFABA7E}" type="presOf" srcId="{39F528DC-7903-41E0-8A44-DEC08081EB84}" destId="{A5958800-EBE2-4F49-9CB3-782B4E1B2D1F}" srcOrd="0" destOrd="0" presId="urn:microsoft.com/office/officeart/2005/8/layout/vList6"/>
    <dgm:cxn modelId="{58A3E3DB-6197-4871-99B2-896D7B83BE43}" type="presOf" srcId="{3948EF6A-C2CA-4EC3-AB21-A1C67999D7C7}" destId="{6488C119-45E3-4B81-A649-E7979FF27496}" srcOrd="0" destOrd="0" presId="urn:microsoft.com/office/officeart/2005/8/layout/vList6"/>
    <dgm:cxn modelId="{01F789DE-EA5B-494E-9026-BFB07F47CF47}" srcId="{733A8BEF-D8A5-4CBF-BD32-CC92618474EF}" destId="{629E5105-3CB3-4A46-864C-83D62034D347}" srcOrd="2" destOrd="0" parTransId="{CAF90919-85F4-413A-BCDD-9EBAF2AD633A}" sibTransId="{AF3698B1-2CD4-4E61-BCB8-A2EF594E11B0}"/>
    <dgm:cxn modelId="{9AEF1C02-BECA-4C9A-9E84-37312BB163CC}" srcId="{629E5105-3CB3-4A46-864C-83D62034D347}" destId="{EF2EC991-E6F3-416B-A467-1179F84263F1}" srcOrd="0" destOrd="0" parTransId="{EA76C84A-C290-4F69-B2D9-FA96ACB0B475}" sibTransId="{007B182F-6B0A-45B3-9AD5-E6803D2792B5}"/>
    <dgm:cxn modelId="{A43B0C7E-AA74-4590-B8A0-75072E20E987}" type="presOf" srcId="{ECBCA0D5-EF55-4C8E-B053-CA0554B3E3BD}" destId="{A5958800-EBE2-4F49-9CB3-782B4E1B2D1F}" srcOrd="0" destOrd="1" presId="urn:microsoft.com/office/officeart/2005/8/layout/vList6"/>
    <dgm:cxn modelId="{A01960FB-4F93-417A-9884-F1535FB0D93C}" srcId="{629E5105-3CB3-4A46-864C-83D62034D347}" destId="{F6BA37FF-0AC4-479D-B6C8-807E559F6B83}" srcOrd="1" destOrd="0" parTransId="{2297AF4E-40F3-464E-8EBE-81D985207B16}" sibTransId="{61371B56-9485-4188-AD1B-CF79DB6AF3CD}"/>
    <dgm:cxn modelId="{0F347429-E902-436C-80BE-C4D44E38FE1F}" type="presOf" srcId="{76174D11-6FE8-4736-BC82-F8F12EFC20E4}" destId="{5D77B38C-6AA3-475D-B81C-8ED4B21F9CD2}" srcOrd="0" destOrd="1" presId="urn:microsoft.com/office/officeart/2005/8/layout/vList6"/>
    <dgm:cxn modelId="{618C31DD-6729-4E5D-B0B6-38ABCC1B594C}" type="presParOf" srcId="{00E27F89-F4C7-43A1-A6FA-C25C3C070F31}" destId="{3FE13F49-3C57-4BC4-9969-D03423948B90}" srcOrd="0" destOrd="0" presId="urn:microsoft.com/office/officeart/2005/8/layout/vList6"/>
    <dgm:cxn modelId="{69DA0175-15AF-475D-BA67-4C6732A87152}" type="presParOf" srcId="{3FE13F49-3C57-4BC4-9969-D03423948B90}" destId="{544A4A8E-C969-4DC3-8932-F88FAE7408FC}" srcOrd="0" destOrd="0" presId="urn:microsoft.com/office/officeart/2005/8/layout/vList6"/>
    <dgm:cxn modelId="{BD24A9B8-5D6F-4CC4-9C6D-BA9D53395D80}" type="presParOf" srcId="{3FE13F49-3C57-4BC4-9969-D03423948B90}" destId="{5D77B38C-6AA3-475D-B81C-8ED4B21F9CD2}" srcOrd="1" destOrd="0" presId="urn:microsoft.com/office/officeart/2005/8/layout/vList6"/>
    <dgm:cxn modelId="{C8753D1D-BE61-46FF-8F04-201A6E5C7B7F}" type="presParOf" srcId="{00E27F89-F4C7-43A1-A6FA-C25C3C070F31}" destId="{701BF567-775A-4F3E-92F1-8018DB0831BC}" srcOrd="1" destOrd="0" presId="urn:microsoft.com/office/officeart/2005/8/layout/vList6"/>
    <dgm:cxn modelId="{C655E0DF-75B1-479B-A4B1-6BAEB65AF285}" type="presParOf" srcId="{00E27F89-F4C7-43A1-A6FA-C25C3C070F31}" destId="{5614B001-45D9-469D-B877-478876B77CC0}" srcOrd="2" destOrd="0" presId="urn:microsoft.com/office/officeart/2005/8/layout/vList6"/>
    <dgm:cxn modelId="{38B6A215-C6C0-4C82-8DFB-53D4E0ABEBF2}" type="presParOf" srcId="{5614B001-45D9-469D-B877-478876B77CC0}" destId="{6488C119-45E3-4B81-A649-E7979FF27496}" srcOrd="0" destOrd="0" presId="urn:microsoft.com/office/officeart/2005/8/layout/vList6"/>
    <dgm:cxn modelId="{C7B9AA16-0364-436A-AD32-4BE8C5DEBB0D}" type="presParOf" srcId="{5614B001-45D9-469D-B877-478876B77CC0}" destId="{A5958800-EBE2-4F49-9CB3-782B4E1B2D1F}" srcOrd="1" destOrd="0" presId="urn:microsoft.com/office/officeart/2005/8/layout/vList6"/>
    <dgm:cxn modelId="{9424B742-654C-496A-A281-540A54A5BFB3}" type="presParOf" srcId="{00E27F89-F4C7-43A1-A6FA-C25C3C070F31}" destId="{3D586EB1-4CE9-411B-B73C-94B37069BD00}" srcOrd="3" destOrd="0" presId="urn:microsoft.com/office/officeart/2005/8/layout/vList6"/>
    <dgm:cxn modelId="{DB2777FE-3B80-4808-BFEE-252BA62AE7C9}" type="presParOf" srcId="{00E27F89-F4C7-43A1-A6FA-C25C3C070F31}" destId="{D92ED03F-37EB-4986-93CD-4966F808E451}" srcOrd="4" destOrd="0" presId="urn:microsoft.com/office/officeart/2005/8/layout/vList6"/>
    <dgm:cxn modelId="{B98D4DC3-A90F-4E1F-8798-11A92C855B64}" type="presParOf" srcId="{D92ED03F-37EB-4986-93CD-4966F808E451}" destId="{EE62264C-B6A1-4974-AFC1-8621C6B2A150}" srcOrd="0" destOrd="0" presId="urn:microsoft.com/office/officeart/2005/8/layout/vList6"/>
    <dgm:cxn modelId="{25DBA1A3-1A3C-4F54-BBBE-E499458FBE20}" type="presParOf" srcId="{D92ED03F-37EB-4986-93CD-4966F808E451}" destId="{C00EA717-76DB-4494-8E11-E29B90AE7E2C}" srcOrd="1" destOrd="0" presId="urn:microsoft.com/office/officeart/2005/8/layout/vList6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07A56-DE06-434C-9084-9CEEE6167625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46C48-8EBC-4750-9B76-93FD72438F5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6C48-8EBC-4750-9B76-93FD72438F5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533400"/>
            <a:ext cx="914400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CPCSEA GUIDELINES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 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Arial Black" pitchFamily="34" charset="0"/>
              </a:rPr>
              <a:t>CPCSEA INTRODUCTION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Arial Black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Narrow" pitchFamily="34" charset="0"/>
              </a:rPr>
              <a:t>Committee for the purpose of Control and supervision of Experiments on Animals(CPCSEA)</a:t>
            </a:r>
          </a:p>
          <a:p>
            <a:r>
              <a:rPr lang="en-US" sz="2400" dirty="0" smtClean="0">
                <a:latin typeface="Arial Narrow" pitchFamily="34" charset="0"/>
              </a:rPr>
              <a:t>Statutory body formed by the Act of the Indian Parliament under the Prevention of Cruelty to Animals Act, 1960</a:t>
            </a:r>
          </a:p>
          <a:p>
            <a:r>
              <a:rPr lang="en-US" sz="2400" dirty="0" smtClean="0">
                <a:latin typeface="Arial Narrow" pitchFamily="34" charset="0"/>
              </a:rPr>
              <a:t>Formed in 1964</a:t>
            </a:r>
          </a:p>
          <a:p>
            <a:r>
              <a:rPr lang="en-US" sz="2400" dirty="0" smtClean="0">
                <a:latin typeface="Arial Narrow" pitchFamily="34" charset="0"/>
              </a:rPr>
              <a:t>Revived in 1998, under the committed chairpersonship of </a:t>
            </a:r>
            <a:r>
              <a:rPr lang="en-US" sz="2400" dirty="0" err="1" smtClean="0">
                <a:latin typeface="Arial Narrow" pitchFamily="34" charset="0"/>
              </a:rPr>
              <a:t>Meneka</a:t>
            </a:r>
            <a:r>
              <a:rPr lang="en-US" sz="2400" dirty="0" smtClean="0">
                <a:latin typeface="Arial Narrow" pitchFamily="34" charset="0"/>
              </a:rPr>
              <a:t> Gandhi</a:t>
            </a:r>
          </a:p>
          <a:p>
            <a:r>
              <a:rPr lang="en-US" sz="2400" dirty="0" smtClean="0">
                <a:latin typeface="Arial Narrow" pitchFamily="34" charset="0"/>
              </a:rPr>
              <a:t>Head quarters at </a:t>
            </a:r>
            <a:r>
              <a:rPr lang="en-US" sz="2400" dirty="0" err="1" smtClean="0">
                <a:latin typeface="Arial Narrow" pitchFamily="34" charset="0"/>
              </a:rPr>
              <a:t>chennai</a:t>
            </a:r>
            <a:endParaRPr lang="en-US" sz="2400" dirty="0" smtClean="0">
              <a:latin typeface="Arial Narrow" pitchFamily="34" charset="0"/>
            </a:endParaRPr>
          </a:p>
          <a:p>
            <a:r>
              <a:rPr lang="en-US" sz="2400" dirty="0" smtClean="0">
                <a:latin typeface="Arial Narrow" pitchFamily="34" charset="0"/>
              </a:rPr>
              <a:t>Includes various guidelines and sub committees</a:t>
            </a:r>
            <a:endParaRPr lang="en-US" sz="2400" dirty="0">
              <a:latin typeface="Arial Narrow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" y="5562600"/>
            <a:ext cx="716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accent2"/>
                </a:solidFill>
              </a:rPr>
              <a:t>Animal experimentation and ethics in </a:t>
            </a:r>
            <a:r>
              <a:rPr lang="en-US" sz="1400" dirty="0" err="1" smtClean="0">
                <a:solidFill>
                  <a:schemeClr val="accent2"/>
                </a:solidFill>
              </a:rPr>
              <a:t>India:the</a:t>
            </a:r>
            <a:r>
              <a:rPr lang="en-US" sz="1400" dirty="0" smtClean="0">
                <a:solidFill>
                  <a:schemeClr val="accent2"/>
                </a:solidFill>
              </a:rPr>
              <a:t> CPCSEA makes a difference </a:t>
            </a:r>
            <a:r>
              <a:rPr lang="en-US" sz="1400" dirty="0" err="1" smtClean="0">
                <a:solidFill>
                  <a:schemeClr val="accent2"/>
                </a:solidFill>
              </a:rPr>
              <a:t>Shiranee</a:t>
            </a:r>
            <a:r>
              <a:rPr lang="en-US" sz="1400" dirty="0" smtClean="0">
                <a:solidFill>
                  <a:schemeClr val="accent2"/>
                </a:solidFill>
              </a:rPr>
              <a:t> </a:t>
            </a:r>
            <a:r>
              <a:rPr lang="en-US" sz="1400" dirty="0" err="1" smtClean="0">
                <a:solidFill>
                  <a:schemeClr val="accent2"/>
                </a:solidFill>
              </a:rPr>
              <a:t>pereira</a:t>
            </a:r>
            <a:r>
              <a:rPr lang="en-US" sz="1400" dirty="0" smtClean="0">
                <a:solidFill>
                  <a:schemeClr val="accent2"/>
                </a:solidFill>
              </a:rPr>
              <a:t> et.al. </a:t>
            </a:r>
            <a:r>
              <a:rPr lang="en-US" sz="1400" dirty="0" err="1" smtClean="0">
                <a:solidFill>
                  <a:schemeClr val="accent2"/>
                </a:solidFill>
              </a:rPr>
              <a:t>Altern</a:t>
            </a:r>
            <a:r>
              <a:rPr lang="en-US" sz="1400" dirty="0" smtClean="0">
                <a:solidFill>
                  <a:schemeClr val="accent2"/>
                </a:solidFill>
              </a:rPr>
              <a:t> Lab </a:t>
            </a:r>
            <a:r>
              <a:rPr lang="en-US" sz="1400" dirty="0" err="1" smtClean="0">
                <a:solidFill>
                  <a:schemeClr val="accent2"/>
                </a:solidFill>
              </a:rPr>
              <a:t>Anim</a:t>
            </a:r>
            <a:r>
              <a:rPr lang="en-US" sz="1400" dirty="0" smtClean="0">
                <a:solidFill>
                  <a:schemeClr val="accent2"/>
                </a:solidFill>
              </a:rPr>
              <a:t> 2004 June</a:t>
            </a:r>
            <a:endParaRPr lang="en-US" sz="1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ensures that animal experimentation is carried out humane , ethical, scientifically valid , and legally compliant.</a:t>
            </a:r>
          </a:p>
          <a:p>
            <a:r>
              <a:rPr lang="en-US" dirty="0" smtClean="0"/>
              <a:t>Introduce the credo of 3R Principles</a:t>
            </a:r>
          </a:p>
          <a:p>
            <a:r>
              <a:rPr lang="en-US" dirty="0" smtClean="0"/>
              <a:t>Introduction a national ‘Good Laboratory Practice’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Arial Black" pitchFamily="34" charset="0"/>
              </a:rPr>
              <a:t>CPCSEA INTRODUCTION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95400" y="5029200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Animal experimentation and ethics in </a:t>
            </a:r>
            <a:r>
              <a:rPr lang="en-US" dirty="0" err="1" smtClean="0">
                <a:solidFill>
                  <a:schemeClr val="accent2"/>
                </a:solidFill>
              </a:rPr>
              <a:t>India:the</a:t>
            </a:r>
            <a:r>
              <a:rPr lang="en-US" dirty="0" smtClean="0">
                <a:solidFill>
                  <a:schemeClr val="accent2"/>
                </a:solidFill>
              </a:rPr>
              <a:t> CPCSEA makes a difference </a:t>
            </a:r>
            <a:r>
              <a:rPr lang="en-US" dirty="0" err="1" smtClean="0">
                <a:solidFill>
                  <a:schemeClr val="accent2"/>
                </a:solidFill>
              </a:rPr>
              <a:t>Shiranee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 err="1" smtClean="0">
                <a:solidFill>
                  <a:schemeClr val="accent2"/>
                </a:solidFill>
              </a:rPr>
              <a:t>pereira</a:t>
            </a:r>
            <a:r>
              <a:rPr lang="en-US" dirty="0" smtClean="0">
                <a:solidFill>
                  <a:schemeClr val="accent2"/>
                </a:solidFill>
              </a:rPr>
              <a:t> et.al. </a:t>
            </a:r>
            <a:r>
              <a:rPr lang="en-US" dirty="0" err="1" smtClean="0">
                <a:solidFill>
                  <a:schemeClr val="accent2"/>
                </a:solidFill>
              </a:rPr>
              <a:t>Altern</a:t>
            </a:r>
            <a:r>
              <a:rPr lang="en-US" dirty="0" smtClean="0">
                <a:solidFill>
                  <a:schemeClr val="accent2"/>
                </a:solidFill>
              </a:rPr>
              <a:t> Lab </a:t>
            </a:r>
            <a:r>
              <a:rPr lang="en-US" dirty="0" err="1" smtClean="0">
                <a:solidFill>
                  <a:schemeClr val="accent2"/>
                </a:solidFill>
              </a:rPr>
              <a:t>Anim</a:t>
            </a:r>
            <a:r>
              <a:rPr lang="en-US" dirty="0" smtClean="0">
                <a:solidFill>
                  <a:schemeClr val="accent2"/>
                </a:solidFill>
              </a:rPr>
              <a:t> 2004 June</a:t>
            </a:r>
            <a:endParaRPr 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33400" y="1066800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Arial Black" pitchFamily="34" charset="0"/>
              </a:rPr>
              <a:t>OBJECTIVES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Arial Black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00200" y="5334000"/>
            <a:ext cx="7848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accent2"/>
                </a:solidFill>
              </a:rPr>
              <a:t>Ahimsa and alternative-the concept of the 4</a:t>
            </a:r>
            <a:r>
              <a:rPr lang="en-US" sz="1400" baseline="30000" dirty="0" smtClean="0">
                <a:solidFill>
                  <a:schemeClr val="accent2"/>
                </a:solidFill>
              </a:rPr>
              <a:t>th</a:t>
            </a:r>
            <a:r>
              <a:rPr lang="en-US" sz="1400" dirty="0" smtClean="0">
                <a:solidFill>
                  <a:schemeClr val="accent2"/>
                </a:solidFill>
              </a:rPr>
              <a:t> R. The CPCSEA in India </a:t>
            </a:r>
            <a:r>
              <a:rPr lang="en-US" sz="1400" dirty="0" err="1" smtClean="0">
                <a:solidFill>
                  <a:schemeClr val="accent2"/>
                </a:solidFill>
              </a:rPr>
              <a:t>Shiranee</a:t>
            </a:r>
            <a:r>
              <a:rPr lang="en-US" sz="1400" dirty="0" smtClean="0">
                <a:solidFill>
                  <a:schemeClr val="accent2"/>
                </a:solidFill>
              </a:rPr>
              <a:t> </a:t>
            </a:r>
            <a:r>
              <a:rPr lang="en-US" sz="1400" dirty="0" err="1" smtClean="0">
                <a:solidFill>
                  <a:schemeClr val="accent2"/>
                </a:solidFill>
              </a:rPr>
              <a:t>pereira</a:t>
            </a:r>
            <a:r>
              <a:rPr lang="en-US" sz="1400" dirty="0" smtClean="0">
                <a:solidFill>
                  <a:schemeClr val="accent2"/>
                </a:solidFill>
              </a:rPr>
              <a:t> et.al. ALTEX.2005</a:t>
            </a:r>
          </a:p>
          <a:p>
            <a:r>
              <a:rPr lang="en-US" sz="1400" dirty="0" smtClean="0">
                <a:solidFill>
                  <a:schemeClr val="accent2"/>
                </a:solidFill>
              </a:rPr>
              <a:t>Ministry of fisheries, Animal </a:t>
            </a:r>
            <a:r>
              <a:rPr lang="en-US" sz="1400" dirty="0" err="1" smtClean="0">
                <a:solidFill>
                  <a:schemeClr val="accent2"/>
                </a:solidFill>
              </a:rPr>
              <a:t>Husbandary</a:t>
            </a:r>
            <a:r>
              <a:rPr lang="en-US" sz="1400" dirty="0" smtClean="0">
                <a:solidFill>
                  <a:schemeClr val="accent2"/>
                </a:solidFill>
              </a:rPr>
              <a:t> and </a:t>
            </a:r>
            <a:r>
              <a:rPr lang="en-US" sz="1400" dirty="0" err="1" smtClean="0">
                <a:solidFill>
                  <a:schemeClr val="accent2"/>
                </a:solidFill>
              </a:rPr>
              <a:t>Dairying,Department</a:t>
            </a:r>
            <a:r>
              <a:rPr lang="en-US" sz="1400" dirty="0" smtClean="0">
                <a:solidFill>
                  <a:schemeClr val="accent2"/>
                </a:solidFill>
              </a:rPr>
              <a:t> Of Animal</a:t>
            </a:r>
          </a:p>
          <a:p>
            <a:r>
              <a:rPr lang="en-US" sz="1400" dirty="0" smtClean="0">
                <a:solidFill>
                  <a:schemeClr val="accent2"/>
                </a:solidFill>
              </a:rPr>
              <a:t> Husbandry and Dairying Government of </a:t>
            </a:r>
            <a:r>
              <a:rPr lang="en-US" sz="1400" dirty="0" err="1" smtClean="0">
                <a:solidFill>
                  <a:schemeClr val="accent2"/>
                </a:solidFill>
              </a:rPr>
              <a:t>india</a:t>
            </a:r>
            <a:endParaRPr lang="en-US" sz="1400" dirty="0" smtClean="0">
              <a:solidFill>
                <a:schemeClr val="accent2"/>
              </a:solidFill>
            </a:endParaRPr>
          </a:p>
          <a:p>
            <a:endParaRPr lang="en-US" sz="1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9"/>
            <a:ext cx="8229600" cy="1642871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 smtClean="0"/>
              <a:t>Small laboratory animals(rats, mice, guinea, pigs)</a:t>
            </a:r>
          </a:p>
          <a:p>
            <a:r>
              <a:rPr lang="en-US" sz="2400" dirty="0" smtClean="0"/>
              <a:t>Large animals(rabbits, </a:t>
            </a:r>
            <a:r>
              <a:rPr lang="en-US" sz="2400" dirty="0" err="1" smtClean="0"/>
              <a:t>dogs,pigs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Farm Animals(cattle, Buffalo, </a:t>
            </a:r>
            <a:r>
              <a:rPr lang="en-US" sz="2400" dirty="0" err="1" smtClean="0"/>
              <a:t>sheep,goats,poultry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Aquatic animals(fish, frog)</a:t>
            </a:r>
          </a:p>
          <a:p>
            <a:r>
              <a:rPr lang="en-US" sz="2400" dirty="0" smtClean="0"/>
              <a:t>Birds(chickens, pigeons</a:t>
            </a:r>
            <a:r>
              <a:rPr lang="en-US" sz="1600" dirty="0" smtClean="0"/>
              <a:t>)</a:t>
            </a:r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  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TYPES OF ANIMAL COVERED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590800"/>
            <a:ext cx="4495800" cy="2133600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1447800" y="4800600"/>
            <a:ext cx="7696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chemeClr val="accent2"/>
                </a:solidFill>
              </a:rPr>
              <a:t>Ramachandra</a:t>
            </a:r>
            <a:r>
              <a:rPr lang="en-US" sz="1400" dirty="0" smtClean="0">
                <a:solidFill>
                  <a:schemeClr val="accent2"/>
                </a:solidFill>
              </a:rPr>
              <a:t> R. et al., Journal of Laboratory Animal science –Alternative models under CPCSEA regulation.</a:t>
            </a:r>
          </a:p>
          <a:p>
            <a:r>
              <a:rPr lang="en-US" sz="1400" dirty="0" err="1" smtClean="0">
                <a:solidFill>
                  <a:schemeClr val="accent2"/>
                </a:solidFill>
              </a:rPr>
              <a:t>Yadav</a:t>
            </a:r>
            <a:r>
              <a:rPr lang="en-US" sz="1400" dirty="0" smtClean="0">
                <a:solidFill>
                  <a:schemeClr val="accent2"/>
                </a:solidFill>
              </a:rPr>
              <a:t> A.R., Pharmacology Journal(2020) CPCSEA guidelines for laboratory animal facilities.</a:t>
            </a:r>
          </a:p>
          <a:p>
            <a:r>
              <a:rPr lang="en-US" sz="1400" dirty="0" err="1" smtClean="0">
                <a:solidFill>
                  <a:schemeClr val="accent2"/>
                </a:solidFill>
              </a:rPr>
              <a:t>Shiranee</a:t>
            </a:r>
            <a:r>
              <a:rPr lang="en-US" sz="1400" dirty="0" smtClean="0">
                <a:solidFill>
                  <a:schemeClr val="accent2"/>
                </a:solidFill>
              </a:rPr>
              <a:t> </a:t>
            </a:r>
            <a:r>
              <a:rPr lang="en-US" sz="1400" dirty="0" err="1" smtClean="0">
                <a:solidFill>
                  <a:schemeClr val="accent2"/>
                </a:solidFill>
              </a:rPr>
              <a:t>pereira</a:t>
            </a:r>
            <a:r>
              <a:rPr lang="en-US" sz="1400" dirty="0" smtClean="0">
                <a:solidFill>
                  <a:schemeClr val="accent2"/>
                </a:solidFill>
              </a:rPr>
              <a:t> et al.IJP/IJMR- CPCSEA role in relating large-animal experimentation in India.</a:t>
            </a:r>
            <a:endParaRPr lang="en-US" sz="1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1447800"/>
            <a:ext cx="8229600" cy="4525963"/>
          </a:xfrm>
        </p:spPr>
        <p:txBody>
          <a:bodyPr/>
          <a:lstStyle/>
          <a:p>
            <a:r>
              <a:rPr lang="en-US" dirty="0" smtClean="0"/>
              <a:t>The ministry of fisheries ,animal husbandry and dairying have changed the name of the committee that controls and monitors the experiments on animals .</a:t>
            </a:r>
          </a:p>
          <a:p>
            <a:r>
              <a:rPr lang="en-US" dirty="0" smtClean="0"/>
              <a:t>CPCSEA changed to “Committee for the control and supervision of experiments on animals(CCSEA)</a:t>
            </a:r>
          </a:p>
          <a:p>
            <a:r>
              <a:rPr lang="en-US" dirty="0" smtClean="0"/>
              <a:t>Through its order dated January 6,2023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Changes in CPCSEA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5257800"/>
            <a:ext cx="800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2"/>
                </a:solidFill>
              </a:rPr>
              <a:t>V-110119(13/2022-CPCSEA-DADE Government of India Ministry of fisheries, animal husbandry and Dairying (CCSEA)</a:t>
            </a:r>
            <a:endParaRPr lang="en-US" sz="16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CPCSEA in its 101th meeting has recommended that stray dog may be used for new vaccines trials </a:t>
            </a:r>
          </a:p>
          <a:p>
            <a:r>
              <a:rPr lang="en-US" dirty="0" smtClean="0"/>
              <a:t>Updated fee structures and penalties for late renewal</a:t>
            </a:r>
          </a:p>
          <a:p>
            <a:r>
              <a:rPr lang="en-US" dirty="0" smtClean="0"/>
              <a:t>Gazette notifications issued in 2025 for reconstitution and amendments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1481138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CPCSEA GUIDELINES FOR LABORATORY FACILITIES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362200" y="5791200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Indian Journal of Pharmacology 2003, 257-274, CPCSEA GUIDELINCES LABORATORY ANIMAL FACILITIES</a:t>
            </a:r>
            <a:endParaRPr 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Ministry of Environment and Forest</a:t>
            </a:r>
            <a:b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(Animal Welfare)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819400" y="1676400"/>
            <a:ext cx="2590800" cy="1676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CPCSEA</a:t>
            </a:r>
            <a:endParaRPr lang="en-US" sz="2400" dirty="0">
              <a:solidFill>
                <a:schemeClr val="tx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Down Arrow 9"/>
          <p:cNvSpPr/>
          <p:nvPr/>
        </p:nvSpPr>
        <p:spPr>
          <a:xfrm rot="4020000">
            <a:off x="2423751" y="3223303"/>
            <a:ext cx="731520" cy="1280160"/>
          </a:xfrm>
          <a:prstGeom prst="down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 rot="-3480000">
            <a:off x="5095282" y="3285893"/>
            <a:ext cx="731520" cy="1280160"/>
          </a:xfrm>
          <a:prstGeom prst="down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990600" y="4419600"/>
            <a:ext cx="1828800" cy="1066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</a:t>
            </a:r>
            <a:r>
              <a:rPr lang="en-US" dirty="0" smtClean="0">
                <a:solidFill>
                  <a:schemeClr val="tx1"/>
                </a:solidFill>
              </a:rPr>
              <a:t>IAEC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5715000" y="4419600"/>
            <a:ext cx="1828800" cy="1143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IB</a:t>
            </a:r>
            <a:r>
              <a:rPr lang="en-US" sz="1600" dirty="0" smtClean="0">
                <a:solidFill>
                  <a:schemeClr val="tx1"/>
                </a:solidFill>
              </a:rPr>
              <a:t>IBSC/IBC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Institutional Animal Ethics Committee(IAEC)</a:t>
            </a:r>
          </a:p>
          <a:p>
            <a:r>
              <a:rPr lang="en-US" dirty="0" smtClean="0"/>
              <a:t>The aim of IAEC is Protecting animal welfare by minimizing </a:t>
            </a:r>
            <a:r>
              <a:rPr lang="en-US" dirty="0" err="1" smtClean="0"/>
              <a:t>pain,distress</a:t>
            </a:r>
            <a:r>
              <a:rPr lang="en-US" dirty="0" smtClean="0"/>
              <a:t> and unnecessary use of animal.</a:t>
            </a:r>
          </a:p>
          <a:p>
            <a:r>
              <a:rPr lang="en-US" dirty="0" smtClean="0"/>
              <a:t>It is a legally mandated committee under  </a:t>
            </a:r>
            <a:r>
              <a:rPr lang="en-US" dirty="0" err="1" smtClean="0"/>
              <a:t>indian</a:t>
            </a:r>
            <a:r>
              <a:rPr lang="en-US" dirty="0" smtClean="0"/>
              <a:t> law, specifically under the  prevention of Cruelty to Animals Act,1960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IAEC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6800" y="5181600"/>
            <a:ext cx="769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Role of IAEC in promoting Human and Ethical Research in in India </a:t>
            </a:r>
          </a:p>
          <a:p>
            <a:r>
              <a:rPr lang="en-US" dirty="0" err="1" smtClean="0">
                <a:solidFill>
                  <a:schemeClr val="accent2"/>
                </a:solidFill>
              </a:rPr>
              <a:t>Akshada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 err="1" smtClean="0">
                <a:solidFill>
                  <a:schemeClr val="accent2"/>
                </a:solidFill>
              </a:rPr>
              <a:t>Bhoyarekar,Harsh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 err="1" smtClean="0">
                <a:solidFill>
                  <a:schemeClr val="accent2"/>
                </a:solidFill>
              </a:rPr>
              <a:t>Prassana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 err="1" smtClean="0">
                <a:solidFill>
                  <a:schemeClr val="accent2"/>
                </a:solidFill>
              </a:rPr>
              <a:t>Pukale</a:t>
            </a:r>
            <a:r>
              <a:rPr lang="en-US" dirty="0" smtClean="0">
                <a:solidFill>
                  <a:schemeClr val="accent2"/>
                </a:solidFill>
              </a:rPr>
              <a:t>, Dr. </a:t>
            </a:r>
            <a:r>
              <a:rPr lang="en-US" dirty="0" err="1" smtClean="0">
                <a:solidFill>
                  <a:schemeClr val="accent2"/>
                </a:solidFill>
              </a:rPr>
              <a:t>Neeraj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 err="1" smtClean="0">
                <a:solidFill>
                  <a:schemeClr val="accent2"/>
                </a:solidFill>
              </a:rPr>
              <a:t>Vyawahar</a:t>
            </a:r>
            <a:r>
              <a:rPr lang="en-US" dirty="0" smtClean="0">
                <a:solidFill>
                  <a:schemeClr val="accent2"/>
                </a:solidFill>
              </a:rPr>
              <a:t>,    </a:t>
            </a:r>
            <a:r>
              <a:rPr lang="en-US" dirty="0" err="1" smtClean="0">
                <a:solidFill>
                  <a:schemeClr val="accent2"/>
                </a:solidFill>
              </a:rPr>
              <a:t>Dr.smeeta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 err="1" smtClean="0">
                <a:solidFill>
                  <a:schemeClr val="accent2"/>
                </a:solidFill>
              </a:rPr>
              <a:t>Sadar</a:t>
            </a:r>
            <a:endParaRPr 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of the Nominees of CCSEA are attending the meeting through online mode</a:t>
            </a:r>
          </a:p>
          <a:p>
            <a:r>
              <a:rPr lang="en-US" dirty="0" smtClean="0"/>
              <a:t>And Nominees have stopped inspecting the animal house </a:t>
            </a:r>
            <a:r>
              <a:rPr lang="en-US" dirty="0" err="1" smtClean="0"/>
              <a:t>facilities,thereby</a:t>
            </a:r>
            <a:r>
              <a:rPr lang="en-US" dirty="0" smtClean="0"/>
              <a:t> compromising the animal welfare.</a:t>
            </a:r>
          </a:p>
          <a:p>
            <a:r>
              <a:rPr lang="en-US" dirty="0" smtClean="0"/>
              <a:t>The CCSEA in its 135</a:t>
            </a:r>
            <a:r>
              <a:rPr lang="en-US" baseline="30000" dirty="0" smtClean="0"/>
              <a:t>th</a:t>
            </a:r>
            <a:r>
              <a:rPr lang="en-US" dirty="0" smtClean="0"/>
              <a:t> meeting held on 23</a:t>
            </a:r>
            <a:r>
              <a:rPr lang="en-US" baseline="30000" dirty="0" smtClean="0"/>
              <a:t>rd</a:t>
            </a:r>
            <a:r>
              <a:rPr lang="en-US" dirty="0" smtClean="0"/>
              <a:t> July,2025</a:t>
            </a:r>
          </a:p>
          <a:p>
            <a:r>
              <a:rPr lang="en-US" dirty="0" smtClean="0"/>
              <a:t> has decided that all the IAEC meeting should be conducted physically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And an inspection of the animal house facility</a:t>
            </a:r>
          </a:p>
          <a:p>
            <a:r>
              <a:rPr lang="en-US" dirty="0" smtClean="0"/>
              <a:t>New instructions for animal house </a:t>
            </a:r>
            <a:r>
              <a:rPr lang="en-US" dirty="0" err="1" smtClean="0"/>
              <a:t>inspecton</a:t>
            </a:r>
            <a:r>
              <a:rPr lang="en-US" dirty="0" smtClean="0"/>
              <a:t>  and PI project presentation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1066800"/>
            <a:ext cx="8229600" cy="4525963"/>
          </a:xfrm>
        </p:spPr>
        <p:txBody>
          <a:bodyPr/>
          <a:lstStyle/>
          <a:p>
            <a:r>
              <a:rPr lang="en-US" dirty="0" smtClean="0"/>
              <a:t>CPCSEA action against JIPMER for Illegal Animal Experiment</a:t>
            </a:r>
          </a:p>
          <a:p>
            <a:r>
              <a:rPr lang="en-US" dirty="0" err="1" smtClean="0"/>
              <a:t>Jawaharalal</a:t>
            </a:r>
            <a:r>
              <a:rPr lang="en-US" dirty="0" smtClean="0"/>
              <a:t> Institute of Postgraduate </a:t>
            </a:r>
            <a:r>
              <a:rPr lang="en-US" dirty="0" err="1" smtClean="0"/>
              <a:t>Mediacal</a:t>
            </a:r>
            <a:r>
              <a:rPr lang="en-US" dirty="0" smtClean="0"/>
              <a:t> Education And Research(JIPMER),a major medical institute in </a:t>
            </a:r>
            <a:r>
              <a:rPr lang="en-US" dirty="0" err="1" smtClean="0"/>
              <a:t>punducherry</a:t>
            </a:r>
            <a:endParaRPr lang="en-US" dirty="0" smtClean="0"/>
          </a:p>
          <a:p>
            <a:r>
              <a:rPr lang="en-US" dirty="0" smtClean="0"/>
              <a:t>Was found conducting animal experiments without proper compliances with CPCSEA Rule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pPr algn="ctr"/>
            <a:r>
              <a:rPr lang="en-US" dirty="0" smtClean="0"/>
              <a:t>CASE STUDY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dirty="0" smtClean="0"/>
              <a:t>Rats and mice kept in overcrowded, unhygienic condition</a:t>
            </a:r>
          </a:p>
          <a:p>
            <a:r>
              <a:rPr lang="en-US" dirty="0" smtClean="0"/>
              <a:t>Animal were reportedly forced to eat contamination food</a:t>
            </a:r>
          </a:p>
          <a:p>
            <a:r>
              <a:rPr lang="en-US" dirty="0" smtClean="0"/>
              <a:t>Experiments were conducted although  JIPMER had not renewed its CPCSEA registration since 2012</a:t>
            </a:r>
          </a:p>
          <a:p>
            <a:r>
              <a:rPr lang="en-US" dirty="0" smtClean="0"/>
              <a:t>And breeding/experimentation continued even after CPCSEA cancelled the license in may 2022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ISSUES IDENTIFIED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406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EVIDENCE SUBMITTED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066800"/>
            <a:ext cx="8229600" cy="4525963"/>
          </a:xfrm>
        </p:spPr>
        <p:txBody>
          <a:bodyPr/>
          <a:lstStyle/>
          <a:p>
            <a:r>
              <a:rPr lang="en-US" dirty="0" smtClean="0"/>
              <a:t>CPCSEA issued a show-cause notice to JIPMERS Director directing immediate cessation of illegal experiments</a:t>
            </a:r>
          </a:p>
          <a:p>
            <a:r>
              <a:rPr lang="en-US" dirty="0" smtClean="0"/>
              <a:t>The institute was asked to provide details on animals housed</a:t>
            </a:r>
          </a:p>
          <a:p>
            <a:r>
              <a:rPr lang="en-US" dirty="0" smtClean="0"/>
              <a:t>And details of experiments over the past decade and IAEC minutes approving such studies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ctr"/>
            <a:r>
              <a:rPr lang="en-US" dirty="0" smtClean="0"/>
              <a:t>ACTION TAKEN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CPCSEA  ensures ethical treatment of animals in research</a:t>
            </a:r>
          </a:p>
          <a:p>
            <a:r>
              <a:rPr lang="en-US" dirty="0" smtClean="0"/>
              <a:t>In </a:t>
            </a:r>
            <a:r>
              <a:rPr lang="en-US" dirty="0" err="1" smtClean="0"/>
              <a:t>India,animal</a:t>
            </a:r>
            <a:r>
              <a:rPr lang="en-US" dirty="0" smtClean="0"/>
              <a:t> testing for cosmetics is banned under the Drug and Cosmetics Rules.</a:t>
            </a:r>
          </a:p>
          <a:p>
            <a:pPr>
              <a:buNone/>
            </a:pPr>
            <a:r>
              <a:rPr lang="en-US" sz="2800" dirty="0" smtClean="0">
                <a:latin typeface="Arial Black" pitchFamily="34" charset="0"/>
              </a:rPr>
              <a:t>Case</a:t>
            </a:r>
          </a:p>
          <a:p>
            <a:pPr>
              <a:buNone/>
            </a:pPr>
            <a:r>
              <a:rPr lang="en-US" sz="2400" dirty="0" smtClean="0"/>
              <a:t>Company: shine cosmetics </a:t>
            </a:r>
            <a:r>
              <a:rPr lang="en-US" sz="2400" dirty="0" err="1" smtClean="0"/>
              <a:t>pvt.Ltd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Plan: Testing a new skin cream on rabbits to check                              for irritation.  </a:t>
            </a:r>
          </a:p>
          <a:p>
            <a:pPr>
              <a:buNone/>
            </a:pPr>
            <a:r>
              <a:rPr lang="en-US" sz="2400" dirty="0" smtClean="0"/>
              <a:t>Problem: Testing cosmetics on animal is illegal in India 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CASE STUDY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CPCSEA and regulatory authorities reminded the company animal testing for cosmetics is banned.</a:t>
            </a:r>
          </a:p>
          <a:p>
            <a:r>
              <a:rPr lang="en-US" dirty="0" smtClean="0"/>
              <a:t>Alternative Method: 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In vitro skin models(lab-grown skin cells)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Patch testing on human volunteers(with consent)</a:t>
            </a:r>
          </a:p>
          <a:p>
            <a:pPr marL="850392" lvl="1" indent="-457200">
              <a:buFont typeface="Wingdings" pitchFamily="2" charset="2"/>
              <a:buChar char="Ø"/>
            </a:pPr>
            <a:r>
              <a:rPr lang="en-US" dirty="0" smtClean="0"/>
              <a:t>Approval</a:t>
            </a:r>
          </a:p>
          <a:p>
            <a:pPr>
              <a:buFont typeface="Courier New" pitchFamily="49" charset="0"/>
              <a:buChar char="o"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marL="624078" indent="-514350">
              <a:buFont typeface="Wingdings" pitchFamily="2" charset="2"/>
              <a:buChar char="Ø"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Font typeface="Courier New" pitchFamily="49" charset="0"/>
              <a:buChar char="o"/>
            </a:pPr>
            <a:endParaRPr lang="en-US" dirty="0" smtClean="0"/>
          </a:p>
          <a:p>
            <a:pPr>
              <a:buFont typeface="Courier New" pitchFamily="49" charset="0"/>
              <a:buChar char="o"/>
            </a:pPr>
            <a:endParaRPr lang="en-US" dirty="0" smtClean="0"/>
          </a:p>
          <a:p>
            <a:pPr>
              <a:buFont typeface="Courier New" pitchFamily="49" charset="0"/>
              <a:buChar char="o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ACTION TAKEN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714</TotalTime>
  <Words>807</Words>
  <Application>Microsoft Office PowerPoint</Application>
  <PresentationFormat>On-screen Show (4:3)</PresentationFormat>
  <Paragraphs>106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Concourse</vt:lpstr>
      <vt:lpstr>CPCSEA GUIDELINES</vt:lpstr>
      <vt:lpstr>  CPCSEA INTRODUCTION</vt:lpstr>
      <vt:lpstr>CPCSEA INTRODUCTION</vt:lpstr>
      <vt:lpstr>OBJECTIVES</vt:lpstr>
      <vt:lpstr>   TYPES OF ANIMAL COVERED</vt:lpstr>
      <vt:lpstr>Changes in CPCSEA</vt:lpstr>
      <vt:lpstr>Slide 7</vt:lpstr>
      <vt:lpstr>CPCSEA GUIDELINES FOR LABORATORY FACILITIES</vt:lpstr>
      <vt:lpstr>Ministry of Environment and Forest (Animal Welfare)</vt:lpstr>
      <vt:lpstr>IAEC</vt:lpstr>
      <vt:lpstr>Slide 11</vt:lpstr>
      <vt:lpstr>Slide 12</vt:lpstr>
      <vt:lpstr>CASE STUDY</vt:lpstr>
      <vt:lpstr>ISSUES IDENTIFIED </vt:lpstr>
      <vt:lpstr>EVIDENCE SUBMITTED</vt:lpstr>
      <vt:lpstr>ACTION TAKEN</vt:lpstr>
      <vt:lpstr>             CASE STUDY</vt:lpstr>
      <vt:lpstr>ACTION TAKEN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CPCSEA GUIDELINES</dc:title>
  <dc:creator>HP</dc:creator>
  <cp:lastModifiedBy>HP</cp:lastModifiedBy>
  <cp:revision>82</cp:revision>
  <dcterms:created xsi:type="dcterms:W3CDTF">2026-01-11T17:32:22Z</dcterms:created>
  <dcterms:modified xsi:type="dcterms:W3CDTF">2026-01-14T16:10:41Z</dcterms:modified>
</cp:coreProperties>
</file>