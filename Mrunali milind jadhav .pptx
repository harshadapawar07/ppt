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6" r:id="rId2"/>
    <p:sldId id="280" r:id="rId3"/>
    <p:sldId id="257" r:id="rId4"/>
    <p:sldId id="258" r:id="rId5"/>
    <p:sldId id="259" r:id="rId6"/>
    <p:sldId id="260" r:id="rId7"/>
    <p:sldId id="263" r:id="rId8"/>
    <p:sldId id="268" r:id="rId9"/>
    <p:sldId id="275" r:id="rId10"/>
    <p:sldId id="264" r:id="rId11"/>
    <p:sldId id="265" r:id="rId12"/>
    <p:sldId id="266" r:id="rId13"/>
    <p:sldId id="267" r:id="rId14"/>
    <p:sldId id="274" r:id="rId15"/>
    <p:sldId id="276" r:id="rId16"/>
    <p:sldId id="277" r:id="rId17"/>
    <p:sldId id="278" r:id="rId18"/>
    <p:sldId id="2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805A9-FA30-47D9-85A9-655E2BEE6416}" v="38" dt="2026-01-14T20:24:09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70" d="100"/>
          <a:sy n="70" d="100"/>
        </p:scale>
        <p:origin x="118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04" y="7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9DD4C5-77C8-4F6A-8FC2-D2FC1DFF47B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A43DD4-7388-442A-BB2E-4E756ADC5E84}">
      <dgm:prSet phldrT="[Text]" phldr="1"/>
      <dgm:spPr/>
      <dgm:t>
        <a:bodyPr/>
        <a:lstStyle/>
        <a:p>
          <a:endParaRPr lang="en-US" dirty="0"/>
        </a:p>
      </dgm:t>
    </dgm:pt>
    <dgm:pt modelId="{5384718C-6786-4CBA-B95E-D8F17C1AD63F}" type="parTrans" cxnId="{E999FA0F-A236-4B0D-97E2-84FE0CC21A71}">
      <dgm:prSet/>
      <dgm:spPr/>
      <dgm:t>
        <a:bodyPr/>
        <a:lstStyle/>
        <a:p>
          <a:endParaRPr lang="en-US"/>
        </a:p>
      </dgm:t>
    </dgm:pt>
    <dgm:pt modelId="{A119C057-400F-405B-8A36-CA868EAADAE7}" type="sibTrans" cxnId="{E999FA0F-A236-4B0D-97E2-84FE0CC21A71}">
      <dgm:prSet/>
      <dgm:spPr/>
      <dgm:t>
        <a:bodyPr/>
        <a:lstStyle/>
        <a:p>
          <a:endParaRPr lang="en-US"/>
        </a:p>
      </dgm:t>
    </dgm:pt>
    <dgm:pt modelId="{F6F7EB1C-7384-4450-A655-8BABB9DF5C24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human care and welfare of animals.</a:t>
          </a:r>
        </a:p>
      </dgm:t>
    </dgm:pt>
    <dgm:pt modelId="{F9F9381E-1EA1-4227-BBE7-BDBE4BAFB33C}" type="parTrans" cxnId="{B03905F9-073C-4094-A340-DD1A105636AB}">
      <dgm:prSet/>
      <dgm:spPr/>
      <dgm:t>
        <a:bodyPr/>
        <a:lstStyle/>
        <a:p>
          <a:endParaRPr lang="en-US"/>
        </a:p>
      </dgm:t>
    </dgm:pt>
    <dgm:pt modelId="{CE8BF072-FB92-49F9-9D91-8B18A101482B}" type="sibTrans" cxnId="{B03905F9-073C-4094-A340-DD1A105636AB}">
      <dgm:prSet/>
      <dgm:spPr/>
      <dgm:t>
        <a:bodyPr/>
        <a:lstStyle/>
        <a:p>
          <a:endParaRPr lang="en-US"/>
        </a:p>
      </dgm:t>
    </dgm:pt>
    <dgm:pt modelId="{AEA593AD-BBD2-4365-B535-B04BFE81891E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the principle of the 3Rs/4Rs</a:t>
          </a:r>
        </a:p>
      </dgm:t>
    </dgm:pt>
    <dgm:pt modelId="{4DE8C132-0322-4323-881F-DF91D76E5796}" type="parTrans" cxnId="{55FA54CE-4E27-4317-B0DE-D8F96F7C9182}">
      <dgm:prSet/>
      <dgm:spPr/>
      <dgm:t>
        <a:bodyPr/>
        <a:lstStyle/>
        <a:p>
          <a:endParaRPr lang="en-US"/>
        </a:p>
      </dgm:t>
    </dgm:pt>
    <dgm:pt modelId="{4F8E78DB-1905-4C25-AAD8-D2347406380B}" type="sibTrans" cxnId="{55FA54CE-4E27-4317-B0DE-D8F96F7C9182}">
      <dgm:prSet/>
      <dgm:spPr/>
      <dgm:t>
        <a:bodyPr/>
        <a:lstStyle/>
        <a:p>
          <a:endParaRPr lang="en-US"/>
        </a:p>
      </dgm:t>
    </dgm:pt>
    <dgm:pt modelId="{2A9200F0-AA07-4767-BAF5-645CCA67AB35}">
      <dgm:prSet phldrT="[Text]" phldr="1"/>
      <dgm:spPr/>
      <dgm:t>
        <a:bodyPr/>
        <a:lstStyle/>
        <a:p>
          <a:endParaRPr lang="en-US"/>
        </a:p>
      </dgm:t>
    </dgm:pt>
    <dgm:pt modelId="{BE46F5FF-FEC6-40AC-9CBD-0D392808AD2A}" type="parTrans" cxnId="{418460DD-B325-463B-9EC6-C7607EA93B8D}">
      <dgm:prSet/>
      <dgm:spPr/>
      <dgm:t>
        <a:bodyPr/>
        <a:lstStyle/>
        <a:p>
          <a:endParaRPr lang="en-US"/>
        </a:p>
      </dgm:t>
    </dgm:pt>
    <dgm:pt modelId="{3EBF3BFC-CE73-4893-8006-756CBCB82442}" type="sibTrans" cxnId="{418460DD-B325-463B-9EC6-C7607EA93B8D}">
      <dgm:prSet/>
      <dgm:spPr/>
      <dgm:t>
        <a:bodyPr/>
        <a:lstStyle/>
        <a:p>
          <a:endParaRPr lang="en-US"/>
        </a:p>
      </dgm:t>
    </dgm:pt>
    <dgm:pt modelId="{546C31A4-D986-4758-B574-0BDAB1D2EB08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monitor and inspect animal facilities</a:t>
          </a:r>
        </a:p>
      </dgm:t>
    </dgm:pt>
    <dgm:pt modelId="{411B1B7C-5774-48E1-9483-8D65EC763AE1}" type="parTrans" cxnId="{CB4E20E9-9D72-437B-A6AD-7F9EDFAA86BF}">
      <dgm:prSet/>
      <dgm:spPr/>
      <dgm:t>
        <a:bodyPr/>
        <a:lstStyle/>
        <a:p>
          <a:endParaRPr lang="en-US"/>
        </a:p>
      </dgm:t>
    </dgm:pt>
    <dgm:pt modelId="{39C7193C-2C2C-47A6-8C8F-040EE6503439}" type="sibTrans" cxnId="{CB4E20E9-9D72-437B-A6AD-7F9EDFAA86BF}">
      <dgm:prSet/>
      <dgm:spPr/>
      <dgm:t>
        <a:bodyPr/>
        <a:lstStyle/>
        <a:p>
          <a:endParaRPr lang="en-US"/>
        </a:p>
      </dgm:t>
    </dgm:pt>
    <dgm:pt modelId="{3A8DEB10-5578-48A8-9D28-B3E49110AE04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minimize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pain,suffering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and distress during animal experimentation</a:t>
          </a:r>
        </a:p>
      </dgm:t>
    </dgm:pt>
    <dgm:pt modelId="{F67F711C-6F03-4456-9482-52CB846A49F2}" type="parTrans" cxnId="{2FCEF8FB-A43E-490E-8CB0-EC0FA4AFF7A5}">
      <dgm:prSet/>
      <dgm:spPr/>
      <dgm:t>
        <a:bodyPr/>
        <a:lstStyle/>
        <a:p>
          <a:endParaRPr lang="en-US"/>
        </a:p>
      </dgm:t>
    </dgm:pt>
    <dgm:pt modelId="{4D4B3C34-1946-4BDE-894F-08EDCFBDB65B}" type="sibTrans" cxnId="{2FCEF8FB-A43E-490E-8CB0-EC0FA4AFF7A5}">
      <dgm:prSet/>
      <dgm:spPr/>
      <dgm:t>
        <a:bodyPr/>
        <a:lstStyle/>
        <a:p>
          <a:endParaRPr lang="en-US"/>
        </a:p>
      </dgm:t>
    </dgm:pt>
    <dgm:pt modelId="{07416903-91E6-4CF6-AA47-83AFC011E967}">
      <dgm:prSet phldrT="[Text]" phldr="1"/>
      <dgm:spPr/>
      <dgm:t>
        <a:bodyPr/>
        <a:lstStyle/>
        <a:p>
          <a:endParaRPr lang="en-US"/>
        </a:p>
      </dgm:t>
    </dgm:pt>
    <dgm:pt modelId="{288FB036-86CE-4701-A22A-1EAFB864436E}" type="parTrans" cxnId="{B3EC01E1-2DCE-4020-B19A-18AAAA193A07}">
      <dgm:prSet/>
      <dgm:spPr/>
      <dgm:t>
        <a:bodyPr/>
        <a:lstStyle/>
        <a:p>
          <a:endParaRPr lang="en-US"/>
        </a:p>
      </dgm:t>
    </dgm:pt>
    <dgm:pt modelId="{1695129D-F96E-4D8E-9113-C5832AA46296}" type="sibTrans" cxnId="{B3EC01E1-2DCE-4020-B19A-18AAAA193A07}">
      <dgm:prSet/>
      <dgm:spPr/>
      <dgm:t>
        <a:bodyPr/>
        <a:lstStyle/>
        <a:p>
          <a:endParaRPr lang="en-US"/>
        </a:p>
      </dgm:t>
    </dgm:pt>
    <dgm:pt modelId="{8AF8B178-8213-4F76-8974-D0254E15D5A0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ethical awareness and training</a:t>
          </a:r>
          <a:r>
            <a:rPr lang="en-US" sz="2600" dirty="0"/>
            <a:t>.</a:t>
          </a:r>
        </a:p>
      </dgm:t>
    </dgm:pt>
    <dgm:pt modelId="{78642DE2-97F3-4B06-9E93-D8A7E9DF526E}" type="parTrans" cxnId="{1B4E880D-7092-4879-906E-9ADA1F21A899}">
      <dgm:prSet/>
      <dgm:spPr/>
      <dgm:t>
        <a:bodyPr/>
        <a:lstStyle/>
        <a:p>
          <a:endParaRPr lang="en-US"/>
        </a:p>
      </dgm:t>
    </dgm:pt>
    <dgm:pt modelId="{5529AFBE-CA75-4FCD-A78F-56A0B60B1D09}" type="sibTrans" cxnId="{1B4E880D-7092-4879-906E-9ADA1F21A899}">
      <dgm:prSet/>
      <dgm:spPr/>
      <dgm:t>
        <a:bodyPr/>
        <a:lstStyle/>
        <a:p>
          <a:endParaRPr lang="en-US"/>
        </a:p>
      </dgm:t>
    </dgm:pt>
    <dgm:pt modelId="{E3985862-9730-44EA-BD7F-A6155430B721}" type="pres">
      <dgm:prSet presAssocID="{829DD4C5-77C8-4F6A-8FC2-D2FC1DFF47BE}" presName="linearFlow" presStyleCnt="0">
        <dgm:presLayoutVars>
          <dgm:dir/>
          <dgm:animLvl val="lvl"/>
          <dgm:resizeHandles val="exact"/>
        </dgm:presLayoutVars>
      </dgm:prSet>
      <dgm:spPr/>
    </dgm:pt>
    <dgm:pt modelId="{87B1B3AB-E42A-4A3B-9CF7-486019C7FC54}" type="pres">
      <dgm:prSet presAssocID="{4AA43DD4-7388-442A-BB2E-4E756ADC5E84}" presName="composite" presStyleCnt="0"/>
      <dgm:spPr/>
    </dgm:pt>
    <dgm:pt modelId="{615CF3B6-4480-4686-85C1-8BCCC28D0999}" type="pres">
      <dgm:prSet presAssocID="{4AA43DD4-7388-442A-BB2E-4E756ADC5E84}" presName="parentText" presStyleLbl="alignNode1" presStyleIdx="0" presStyleCnt="3" custLinFactNeighborX="6647" custLinFactNeighborY="-53249">
        <dgm:presLayoutVars>
          <dgm:chMax val="1"/>
          <dgm:bulletEnabled val="1"/>
        </dgm:presLayoutVars>
      </dgm:prSet>
      <dgm:spPr/>
    </dgm:pt>
    <dgm:pt modelId="{9E38B97F-5CC3-419B-BDB5-299C03937EF5}" type="pres">
      <dgm:prSet presAssocID="{4AA43DD4-7388-442A-BB2E-4E756ADC5E84}" presName="descendantText" presStyleLbl="alignAcc1" presStyleIdx="0" presStyleCnt="3">
        <dgm:presLayoutVars>
          <dgm:bulletEnabled val="1"/>
        </dgm:presLayoutVars>
      </dgm:prSet>
      <dgm:spPr/>
    </dgm:pt>
    <dgm:pt modelId="{F730CDE2-9AAB-4766-A2E6-248625829CA6}" type="pres">
      <dgm:prSet presAssocID="{A119C057-400F-405B-8A36-CA868EAADAE7}" presName="sp" presStyleCnt="0"/>
      <dgm:spPr/>
    </dgm:pt>
    <dgm:pt modelId="{FBE3401D-C194-45E6-806C-0B7CBDE7F837}" type="pres">
      <dgm:prSet presAssocID="{2A9200F0-AA07-4767-BAF5-645CCA67AB35}" presName="composite" presStyleCnt="0"/>
      <dgm:spPr/>
    </dgm:pt>
    <dgm:pt modelId="{08C04973-0E9F-4C70-AA4A-23A1A24633D5}" type="pres">
      <dgm:prSet presAssocID="{2A9200F0-AA07-4767-BAF5-645CCA67AB3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B8E21299-AA8B-49D9-9249-D57E3B433D8F}" type="pres">
      <dgm:prSet presAssocID="{2A9200F0-AA07-4767-BAF5-645CCA67AB35}" presName="descendantText" presStyleLbl="alignAcc1" presStyleIdx="1" presStyleCnt="3">
        <dgm:presLayoutVars>
          <dgm:bulletEnabled val="1"/>
        </dgm:presLayoutVars>
      </dgm:prSet>
      <dgm:spPr/>
    </dgm:pt>
    <dgm:pt modelId="{EBAAE3CA-0EC5-4477-A9E1-8E45EAC7816F}" type="pres">
      <dgm:prSet presAssocID="{3EBF3BFC-CE73-4893-8006-756CBCB82442}" presName="sp" presStyleCnt="0"/>
      <dgm:spPr/>
    </dgm:pt>
    <dgm:pt modelId="{2C242225-BBFB-4A16-822C-47835233DF11}" type="pres">
      <dgm:prSet presAssocID="{07416903-91E6-4CF6-AA47-83AFC011E967}" presName="composite" presStyleCnt="0"/>
      <dgm:spPr/>
    </dgm:pt>
    <dgm:pt modelId="{CAE7D903-2555-46FA-B230-B9143F41954C}" type="pres">
      <dgm:prSet presAssocID="{07416903-91E6-4CF6-AA47-83AFC011E96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78CE2F0-712D-4A5A-8E51-263C7EAF18C1}" type="pres">
      <dgm:prSet presAssocID="{07416903-91E6-4CF6-AA47-83AFC011E96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1B4E880D-7092-4879-906E-9ADA1F21A899}" srcId="{07416903-91E6-4CF6-AA47-83AFC011E967}" destId="{8AF8B178-8213-4F76-8974-D0254E15D5A0}" srcOrd="0" destOrd="0" parTransId="{78642DE2-97F3-4B06-9E93-D8A7E9DF526E}" sibTransId="{5529AFBE-CA75-4FCD-A78F-56A0B60B1D09}"/>
    <dgm:cxn modelId="{E999FA0F-A236-4B0D-97E2-84FE0CC21A71}" srcId="{829DD4C5-77C8-4F6A-8FC2-D2FC1DFF47BE}" destId="{4AA43DD4-7388-442A-BB2E-4E756ADC5E84}" srcOrd="0" destOrd="0" parTransId="{5384718C-6786-4CBA-B95E-D8F17C1AD63F}" sibTransId="{A119C057-400F-405B-8A36-CA868EAADAE7}"/>
    <dgm:cxn modelId="{55E28B13-6505-40CA-8ADD-06896203B2E5}" type="presOf" srcId="{3A8DEB10-5578-48A8-9D28-B3E49110AE04}" destId="{B8E21299-AA8B-49D9-9249-D57E3B433D8F}" srcOrd="0" destOrd="1" presId="urn:microsoft.com/office/officeart/2005/8/layout/chevron2"/>
    <dgm:cxn modelId="{A7674B1A-D32A-465D-AA98-7BFC7DC8FBCE}" type="presOf" srcId="{829DD4C5-77C8-4F6A-8FC2-D2FC1DFF47BE}" destId="{E3985862-9730-44EA-BD7F-A6155430B721}" srcOrd="0" destOrd="0" presId="urn:microsoft.com/office/officeart/2005/8/layout/chevron2"/>
    <dgm:cxn modelId="{0E8FD967-AF6E-4FEF-BE32-C59AC610B411}" type="presOf" srcId="{2A9200F0-AA07-4767-BAF5-645CCA67AB35}" destId="{08C04973-0E9F-4C70-AA4A-23A1A24633D5}" srcOrd="0" destOrd="0" presId="urn:microsoft.com/office/officeart/2005/8/layout/chevron2"/>
    <dgm:cxn modelId="{D3334B86-B0B0-4230-9E23-0AD14B48A2EC}" type="presOf" srcId="{07416903-91E6-4CF6-AA47-83AFC011E967}" destId="{CAE7D903-2555-46FA-B230-B9143F41954C}" srcOrd="0" destOrd="0" presId="urn:microsoft.com/office/officeart/2005/8/layout/chevron2"/>
    <dgm:cxn modelId="{38D87796-907C-4AA7-88E5-0C9E4FDF2F78}" type="presOf" srcId="{8AF8B178-8213-4F76-8974-D0254E15D5A0}" destId="{378CE2F0-712D-4A5A-8E51-263C7EAF18C1}" srcOrd="0" destOrd="0" presId="urn:microsoft.com/office/officeart/2005/8/layout/chevron2"/>
    <dgm:cxn modelId="{77CAB39C-5A54-4A7C-89F5-ECF3CE0E595E}" type="presOf" srcId="{AEA593AD-BBD2-4365-B535-B04BFE81891E}" destId="{9E38B97F-5CC3-419B-BDB5-299C03937EF5}" srcOrd="0" destOrd="1" presId="urn:microsoft.com/office/officeart/2005/8/layout/chevron2"/>
    <dgm:cxn modelId="{1EB820A6-5010-4881-8AFF-CFD1E79D012A}" type="presOf" srcId="{546C31A4-D986-4758-B574-0BDAB1D2EB08}" destId="{B8E21299-AA8B-49D9-9249-D57E3B433D8F}" srcOrd="0" destOrd="0" presId="urn:microsoft.com/office/officeart/2005/8/layout/chevron2"/>
    <dgm:cxn modelId="{2D5787C5-3469-43F8-B46A-8492AFF514EE}" type="presOf" srcId="{F6F7EB1C-7384-4450-A655-8BABB9DF5C24}" destId="{9E38B97F-5CC3-419B-BDB5-299C03937EF5}" srcOrd="0" destOrd="0" presId="urn:microsoft.com/office/officeart/2005/8/layout/chevron2"/>
    <dgm:cxn modelId="{55FA54CE-4E27-4317-B0DE-D8F96F7C9182}" srcId="{4AA43DD4-7388-442A-BB2E-4E756ADC5E84}" destId="{AEA593AD-BBD2-4365-B535-B04BFE81891E}" srcOrd="1" destOrd="0" parTransId="{4DE8C132-0322-4323-881F-DF91D76E5796}" sibTransId="{4F8E78DB-1905-4C25-AAD8-D2347406380B}"/>
    <dgm:cxn modelId="{418460DD-B325-463B-9EC6-C7607EA93B8D}" srcId="{829DD4C5-77C8-4F6A-8FC2-D2FC1DFF47BE}" destId="{2A9200F0-AA07-4767-BAF5-645CCA67AB35}" srcOrd="1" destOrd="0" parTransId="{BE46F5FF-FEC6-40AC-9CBD-0D392808AD2A}" sibTransId="{3EBF3BFC-CE73-4893-8006-756CBCB82442}"/>
    <dgm:cxn modelId="{B3EC01E1-2DCE-4020-B19A-18AAAA193A07}" srcId="{829DD4C5-77C8-4F6A-8FC2-D2FC1DFF47BE}" destId="{07416903-91E6-4CF6-AA47-83AFC011E967}" srcOrd="2" destOrd="0" parTransId="{288FB036-86CE-4701-A22A-1EAFB864436E}" sibTransId="{1695129D-F96E-4D8E-9113-C5832AA46296}"/>
    <dgm:cxn modelId="{CB4E20E9-9D72-437B-A6AD-7F9EDFAA86BF}" srcId="{2A9200F0-AA07-4767-BAF5-645CCA67AB35}" destId="{546C31A4-D986-4758-B574-0BDAB1D2EB08}" srcOrd="0" destOrd="0" parTransId="{411B1B7C-5774-48E1-9483-8D65EC763AE1}" sibTransId="{39C7193C-2C2C-47A6-8C8F-040EE6503439}"/>
    <dgm:cxn modelId="{BED7C8F2-8FD1-4C11-962E-7036188616EE}" type="presOf" srcId="{4AA43DD4-7388-442A-BB2E-4E756ADC5E84}" destId="{615CF3B6-4480-4686-85C1-8BCCC28D0999}" srcOrd="0" destOrd="0" presId="urn:microsoft.com/office/officeart/2005/8/layout/chevron2"/>
    <dgm:cxn modelId="{B03905F9-073C-4094-A340-DD1A105636AB}" srcId="{4AA43DD4-7388-442A-BB2E-4E756ADC5E84}" destId="{F6F7EB1C-7384-4450-A655-8BABB9DF5C24}" srcOrd="0" destOrd="0" parTransId="{F9F9381E-1EA1-4227-BBE7-BDBE4BAFB33C}" sibTransId="{CE8BF072-FB92-49F9-9D91-8B18A101482B}"/>
    <dgm:cxn modelId="{2FCEF8FB-A43E-490E-8CB0-EC0FA4AFF7A5}" srcId="{2A9200F0-AA07-4767-BAF5-645CCA67AB35}" destId="{3A8DEB10-5578-48A8-9D28-B3E49110AE04}" srcOrd="1" destOrd="0" parTransId="{F67F711C-6F03-4456-9482-52CB846A49F2}" sibTransId="{4D4B3C34-1946-4BDE-894F-08EDCFBDB65B}"/>
    <dgm:cxn modelId="{5AD78A8F-F398-475F-9032-FAEE913267BC}" type="presParOf" srcId="{E3985862-9730-44EA-BD7F-A6155430B721}" destId="{87B1B3AB-E42A-4A3B-9CF7-486019C7FC54}" srcOrd="0" destOrd="0" presId="urn:microsoft.com/office/officeart/2005/8/layout/chevron2"/>
    <dgm:cxn modelId="{A98D8318-E827-4658-BB28-B9195646C6CD}" type="presParOf" srcId="{87B1B3AB-E42A-4A3B-9CF7-486019C7FC54}" destId="{615CF3B6-4480-4686-85C1-8BCCC28D0999}" srcOrd="0" destOrd="0" presId="urn:microsoft.com/office/officeart/2005/8/layout/chevron2"/>
    <dgm:cxn modelId="{3E65EDB4-6C2D-4F61-A4AB-A66E288171A4}" type="presParOf" srcId="{87B1B3AB-E42A-4A3B-9CF7-486019C7FC54}" destId="{9E38B97F-5CC3-419B-BDB5-299C03937EF5}" srcOrd="1" destOrd="0" presId="urn:microsoft.com/office/officeart/2005/8/layout/chevron2"/>
    <dgm:cxn modelId="{BF3D1360-BA9F-4E54-9A87-CA0A4AD47D1F}" type="presParOf" srcId="{E3985862-9730-44EA-BD7F-A6155430B721}" destId="{F730CDE2-9AAB-4766-A2E6-248625829CA6}" srcOrd="1" destOrd="0" presId="urn:microsoft.com/office/officeart/2005/8/layout/chevron2"/>
    <dgm:cxn modelId="{73DF91B3-E6B1-49D2-BDC0-15BE0069CB5B}" type="presParOf" srcId="{E3985862-9730-44EA-BD7F-A6155430B721}" destId="{FBE3401D-C194-45E6-806C-0B7CBDE7F837}" srcOrd="2" destOrd="0" presId="urn:microsoft.com/office/officeart/2005/8/layout/chevron2"/>
    <dgm:cxn modelId="{271BD97E-C464-4A5B-95DD-22F402CE2A84}" type="presParOf" srcId="{FBE3401D-C194-45E6-806C-0B7CBDE7F837}" destId="{08C04973-0E9F-4C70-AA4A-23A1A24633D5}" srcOrd="0" destOrd="0" presId="urn:microsoft.com/office/officeart/2005/8/layout/chevron2"/>
    <dgm:cxn modelId="{5177BB39-748A-482A-9FB5-BB9AE71E559E}" type="presParOf" srcId="{FBE3401D-C194-45E6-806C-0B7CBDE7F837}" destId="{B8E21299-AA8B-49D9-9249-D57E3B433D8F}" srcOrd="1" destOrd="0" presId="urn:microsoft.com/office/officeart/2005/8/layout/chevron2"/>
    <dgm:cxn modelId="{42E79E36-97D0-496A-A5F1-3150EA74D807}" type="presParOf" srcId="{E3985862-9730-44EA-BD7F-A6155430B721}" destId="{EBAAE3CA-0EC5-4477-A9E1-8E45EAC7816F}" srcOrd="3" destOrd="0" presId="urn:microsoft.com/office/officeart/2005/8/layout/chevron2"/>
    <dgm:cxn modelId="{A2B77033-0FCF-4EB9-8593-1B5F0FE7C705}" type="presParOf" srcId="{E3985862-9730-44EA-BD7F-A6155430B721}" destId="{2C242225-BBFB-4A16-822C-47835233DF11}" srcOrd="4" destOrd="0" presId="urn:microsoft.com/office/officeart/2005/8/layout/chevron2"/>
    <dgm:cxn modelId="{B18E9A33-BCB2-4C77-82C9-EFA576E0754A}" type="presParOf" srcId="{2C242225-BBFB-4A16-822C-47835233DF11}" destId="{CAE7D903-2555-46FA-B230-B9143F41954C}" srcOrd="0" destOrd="0" presId="urn:microsoft.com/office/officeart/2005/8/layout/chevron2"/>
    <dgm:cxn modelId="{77DEBDE2-8028-490E-86B8-B5AE2FA7BCCF}" type="presParOf" srcId="{2C242225-BBFB-4A16-822C-47835233DF11}" destId="{378CE2F0-712D-4A5A-8E51-263C7EAF18C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4D08F-A8F1-4513-88B5-D8C7E5BADE7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D4DC55-FD3B-4850-8853-7DDB6D7322A3}">
      <dgm:prSet phldrT="[Text]" phldr="1"/>
      <dgm:spPr/>
      <dgm:t>
        <a:bodyPr/>
        <a:lstStyle/>
        <a:p>
          <a:endParaRPr lang="en-US" dirty="0"/>
        </a:p>
      </dgm:t>
    </dgm:pt>
    <dgm:pt modelId="{6F89BE3F-0184-4B67-B858-F3B124EE0747}" type="parTrans" cxnId="{6206D663-E882-4EC2-B571-01FBBDEE3321}">
      <dgm:prSet/>
      <dgm:spPr/>
      <dgm:t>
        <a:bodyPr/>
        <a:lstStyle/>
        <a:p>
          <a:endParaRPr lang="en-US"/>
        </a:p>
      </dgm:t>
    </dgm:pt>
    <dgm:pt modelId="{AB550D9B-06C4-40BF-A790-6C405889FAA8}" type="sibTrans" cxnId="{6206D663-E882-4EC2-B571-01FBBDEE3321}">
      <dgm:prSet/>
      <dgm:spPr/>
      <dgm:t>
        <a:bodyPr/>
        <a:lstStyle/>
        <a:p>
          <a:endParaRPr lang="en-US"/>
        </a:p>
      </dgm:t>
    </dgm:pt>
    <dgm:pt modelId="{96021965-6494-4C5F-BE40-F5F3E63065D4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Veterinary care</a:t>
          </a:r>
        </a:p>
      </dgm:t>
    </dgm:pt>
    <dgm:pt modelId="{37A03071-90B4-414F-BF05-CFE09950EC29}" type="parTrans" cxnId="{70A062F2-5558-40B1-BB2E-A40D20F3C74B}">
      <dgm:prSet/>
      <dgm:spPr/>
      <dgm:t>
        <a:bodyPr/>
        <a:lstStyle/>
        <a:p>
          <a:endParaRPr lang="en-US"/>
        </a:p>
      </dgm:t>
    </dgm:pt>
    <dgm:pt modelId="{5A11314E-F08B-400A-A43B-428BB7FDBE03}" type="sibTrans" cxnId="{70A062F2-5558-40B1-BB2E-A40D20F3C74B}">
      <dgm:prSet/>
      <dgm:spPr/>
      <dgm:t>
        <a:bodyPr/>
        <a:lstStyle/>
        <a:p>
          <a:endParaRPr lang="en-US"/>
        </a:p>
      </dgm:t>
    </dgm:pt>
    <dgm:pt modelId="{9AF50AF1-9A7E-497C-9F45-FEBA65ED67CF}">
      <dgm:prSet phldrT="[Text]" phldr="1"/>
      <dgm:spPr/>
      <dgm:t>
        <a:bodyPr/>
        <a:lstStyle/>
        <a:p>
          <a:endParaRPr lang="en-US" sz="1100" dirty="0"/>
        </a:p>
      </dgm:t>
    </dgm:pt>
    <dgm:pt modelId="{CFF0C0C0-5EDE-459B-85B2-A502A08637A1}" type="parTrans" cxnId="{50FDE808-A4A8-4C8F-A607-71155E42EE62}">
      <dgm:prSet/>
      <dgm:spPr/>
      <dgm:t>
        <a:bodyPr/>
        <a:lstStyle/>
        <a:p>
          <a:endParaRPr lang="en-US"/>
        </a:p>
      </dgm:t>
    </dgm:pt>
    <dgm:pt modelId="{A02B9765-F54C-4DCF-AF79-8DFBD834D0FD}" type="sibTrans" cxnId="{50FDE808-A4A8-4C8F-A607-71155E42EE62}">
      <dgm:prSet/>
      <dgm:spPr/>
      <dgm:t>
        <a:bodyPr/>
        <a:lstStyle/>
        <a:p>
          <a:endParaRPr lang="en-US"/>
        </a:p>
      </dgm:t>
    </dgm:pt>
    <dgm:pt modelId="{AFB42851-DD24-495E-A4FB-D11AFD45603C}">
      <dgm:prSet phldrT="[Text]" phldr="1"/>
      <dgm:spPr/>
      <dgm:t>
        <a:bodyPr/>
        <a:lstStyle/>
        <a:p>
          <a:endParaRPr lang="en-US"/>
        </a:p>
      </dgm:t>
    </dgm:pt>
    <dgm:pt modelId="{E16E581F-792D-4977-8C15-322FDE76B2C6}" type="parTrans" cxnId="{9679DBF7-AA3D-425A-8817-C96A2362B6F1}">
      <dgm:prSet/>
      <dgm:spPr/>
      <dgm:t>
        <a:bodyPr/>
        <a:lstStyle/>
        <a:p>
          <a:endParaRPr lang="en-US"/>
        </a:p>
      </dgm:t>
    </dgm:pt>
    <dgm:pt modelId="{8EF65C55-C67B-4ED7-BA74-6CF469D1ADBF}" type="sibTrans" cxnId="{9679DBF7-AA3D-425A-8817-C96A2362B6F1}">
      <dgm:prSet/>
      <dgm:spPr/>
      <dgm:t>
        <a:bodyPr/>
        <a:lstStyle/>
        <a:p>
          <a:endParaRPr lang="en-US"/>
        </a:p>
      </dgm:t>
    </dgm:pt>
    <dgm:pt modelId="{004D9AB5-61BD-45A7-9208-23CC2704F774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Personnel and training</a:t>
          </a:r>
        </a:p>
      </dgm:t>
    </dgm:pt>
    <dgm:pt modelId="{5E3B9C9D-61C0-464F-A769-B15959F7FFAF}" type="parTrans" cxnId="{718DE325-6439-4DDB-ACBC-29C21E48842F}">
      <dgm:prSet/>
      <dgm:spPr/>
      <dgm:t>
        <a:bodyPr/>
        <a:lstStyle/>
        <a:p>
          <a:endParaRPr lang="en-US"/>
        </a:p>
      </dgm:t>
    </dgm:pt>
    <dgm:pt modelId="{61A893D5-1B25-46DA-8ECB-DB1190F75FB1}" type="sibTrans" cxnId="{718DE325-6439-4DDB-ACBC-29C21E48842F}">
      <dgm:prSet/>
      <dgm:spPr/>
      <dgm:t>
        <a:bodyPr/>
        <a:lstStyle/>
        <a:p>
          <a:endParaRPr lang="en-US"/>
        </a:p>
      </dgm:t>
    </dgm:pt>
    <dgm:pt modelId="{4515B01F-5418-439A-B0F1-DA0B905F2AAC}">
      <dgm:prSet phldrT="[Text]" phldr="1"/>
      <dgm:spPr/>
      <dgm:t>
        <a:bodyPr/>
        <a:lstStyle/>
        <a:p>
          <a:endParaRPr lang="en-US" sz="1100" dirty="0"/>
        </a:p>
      </dgm:t>
    </dgm:pt>
    <dgm:pt modelId="{C71A96BC-80D9-4E47-BE8C-1875C4EA510C}" type="parTrans" cxnId="{FBB44FBB-6D95-4391-974D-44A4E3A01FCB}">
      <dgm:prSet/>
      <dgm:spPr/>
      <dgm:t>
        <a:bodyPr/>
        <a:lstStyle/>
        <a:p>
          <a:endParaRPr lang="en-US"/>
        </a:p>
      </dgm:t>
    </dgm:pt>
    <dgm:pt modelId="{C94435B9-F2BF-475E-9E4C-DC2F6ACFC3AC}" type="sibTrans" cxnId="{FBB44FBB-6D95-4391-974D-44A4E3A01FCB}">
      <dgm:prSet/>
      <dgm:spPr/>
      <dgm:t>
        <a:bodyPr/>
        <a:lstStyle/>
        <a:p>
          <a:endParaRPr lang="en-US"/>
        </a:p>
      </dgm:t>
    </dgm:pt>
    <dgm:pt modelId="{C9D42624-84E4-486B-9DF3-CC9195205AF5}">
      <dgm:prSet phldrT="[Text]" phldr="1"/>
      <dgm:spPr/>
      <dgm:t>
        <a:bodyPr/>
        <a:lstStyle/>
        <a:p>
          <a:endParaRPr lang="en-US"/>
        </a:p>
      </dgm:t>
    </dgm:pt>
    <dgm:pt modelId="{56BEB1E4-2783-4EB0-AC60-8ECB68E90373}" type="parTrans" cxnId="{E60A2FFD-4D6E-4AE4-A29A-2E85D4DDE574}">
      <dgm:prSet/>
      <dgm:spPr/>
      <dgm:t>
        <a:bodyPr/>
        <a:lstStyle/>
        <a:p>
          <a:endParaRPr lang="en-US"/>
        </a:p>
      </dgm:t>
    </dgm:pt>
    <dgm:pt modelId="{2C30B123-DF70-4541-A919-AD5560A95D95}" type="sibTrans" cxnId="{E60A2FFD-4D6E-4AE4-A29A-2E85D4DDE574}">
      <dgm:prSet/>
      <dgm:spPr/>
      <dgm:t>
        <a:bodyPr/>
        <a:lstStyle/>
        <a:p>
          <a:endParaRPr lang="en-US"/>
        </a:p>
      </dgm:t>
    </dgm:pt>
    <dgm:pt modelId="{E114B30E-6002-42B5-B031-2E260F5FB230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Animal procurement</a:t>
          </a:r>
        </a:p>
      </dgm:t>
    </dgm:pt>
    <dgm:pt modelId="{AA6C875D-8F41-4F97-A60E-7FD40B7D8BA6}" type="parTrans" cxnId="{AEE6D6CA-9BDF-4162-879F-5E7A6A01731C}">
      <dgm:prSet/>
      <dgm:spPr/>
      <dgm:t>
        <a:bodyPr/>
        <a:lstStyle/>
        <a:p>
          <a:endParaRPr lang="en-US"/>
        </a:p>
      </dgm:t>
    </dgm:pt>
    <dgm:pt modelId="{C1F8BAB8-8584-485E-ABA9-F4D053718ADE}" type="sibTrans" cxnId="{AEE6D6CA-9BDF-4162-879F-5E7A6A01731C}">
      <dgm:prSet/>
      <dgm:spPr/>
      <dgm:t>
        <a:bodyPr/>
        <a:lstStyle/>
        <a:p>
          <a:endParaRPr lang="en-US"/>
        </a:p>
      </dgm:t>
    </dgm:pt>
    <dgm:pt modelId="{C4527D63-B404-4E5D-9584-A6A354E5EFE8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Quarantine, stabilization and separation</a:t>
          </a:r>
        </a:p>
      </dgm:t>
    </dgm:pt>
    <dgm:pt modelId="{AB12EB94-00D1-4795-BA7A-ECF445216BEE}" type="parTrans" cxnId="{A6811BC5-0EA9-44B2-8B2D-97F48E089F8B}">
      <dgm:prSet/>
      <dgm:spPr/>
      <dgm:t>
        <a:bodyPr/>
        <a:lstStyle/>
        <a:p>
          <a:endParaRPr lang="en-US"/>
        </a:p>
      </dgm:t>
    </dgm:pt>
    <dgm:pt modelId="{7177CE10-035F-4A6C-80AB-3E51A594BF1E}" type="sibTrans" cxnId="{A6811BC5-0EA9-44B2-8B2D-97F48E089F8B}">
      <dgm:prSet/>
      <dgm:spPr/>
      <dgm:t>
        <a:bodyPr/>
        <a:lstStyle/>
        <a:p>
          <a:endParaRPr lang="en-US"/>
        </a:p>
      </dgm:t>
    </dgm:pt>
    <dgm:pt modelId="{718B943E-DFFD-4319-A09A-252FC7B472D5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Animal care</a:t>
          </a:r>
        </a:p>
      </dgm:t>
    </dgm:pt>
    <dgm:pt modelId="{D234C389-9688-4877-A796-A03A78828C7E}" type="parTrans" cxnId="{50C01070-2EFA-4C65-9496-359DC2F0E4DC}">
      <dgm:prSet/>
      <dgm:spPr/>
      <dgm:t>
        <a:bodyPr/>
        <a:lstStyle/>
        <a:p>
          <a:endParaRPr lang="en-IN"/>
        </a:p>
      </dgm:t>
    </dgm:pt>
    <dgm:pt modelId="{48E38776-8A34-48B1-B0FD-3DDBF7AD7F11}" type="sibTrans" cxnId="{50C01070-2EFA-4C65-9496-359DC2F0E4DC}">
      <dgm:prSet/>
      <dgm:spPr/>
      <dgm:t>
        <a:bodyPr/>
        <a:lstStyle/>
        <a:p>
          <a:endParaRPr lang="en-IN"/>
        </a:p>
      </dgm:t>
    </dgm:pt>
    <dgm:pt modelId="{9C3E03AE-F772-4873-9E06-18A3E15F463D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Personal hygiene</a:t>
          </a:r>
        </a:p>
      </dgm:t>
    </dgm:pt>
    <dgm:pt modelId="{07734C1A-3740-4A33-924A-156FE2F03CA2}" type="parTrans" cxnId="{A07D9F8D-1234-4C38-B602-0597E62B5247}">
      <dgm:prSet/>
      <dgm:spPr/>
      <dgm:t>
        <a:bodyPr/>
        <a:lstStyle/>
        <a:p>
          <a:endParaRPr lang="en-IN"/>
        </a:p>
      </dgm:t>
    </dgm:pt>
    <dgm:pt modelId="{7BD1820D-8527-4E99-B347-DB70F0D44E3B}" type="sibTrans" cxnId="{A07D9F8D-1234-4C38-B602-0597E62B5247}">
      <dgm:prSet/>
      <dgm:spPr/>
      <dgm:t>
        <a:bodyPr/>
        <a:lstStyle/>
        <a:p>
          <a:endParaRPr lang="en-IN"/>
        </a:p>
      </dgm:t>
    </dgm:pt>
    <dgm:pt modelId="{14C3F09F-36D9-4CAF-A2CB-328407ED17FD}">
      <dgm:prSet phldrT="[Text]" phldr="1"/>
      <dgm:spPr/>
      <dgm:t>
        <a:bodyPr/>
        <a:lstStyle/>
        <a:p>
          <a:endParaRPr lang="en-US" sz="1100"/>
        </a:p>
      </dgm:t>
    </dgm:pt>
    <dgm:pt modelId="{84564F47-9C73-43F3-A31F-B0FB98A43BD3}" type="sibTrans" cxnId="{C556B399-8244-45C5-BC57-38535DBD69BD}">
      <dgm:prSet/>
      <dgm:spPr/>
      <dgm:t>
        <a:bodyPr/>
        <a:lstStyle/>
        <a:p>
          <a:endParaRPr lang="en-US"/>
        </a:p>
      </dgm:t>
    </dgm:pt>
    <dgm:pt modelId="{CE1A68F6-5FD3-4103-8A36-93EA6840140D}" type="parTrans" cxnId="{C556B399-8244-45C5-BC57-38535DBD69BD}">
      <dgm:prSet/>
      <dgm:spPr/>
      <dgm:t>
        <a:bodyPr/>
        <a:lstStyle/>
        <a:p>
          <a:endParaRPr lang="en-US"/>
        </a:p>
      </dgm:t>
    </dgm:pt>
    <dgm:pt modelId="{99FDAB05-5B82-4FDD-A583-00EF4D65BE1B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Sanitation and cleanliness </a:t>
          </a:r>
        </a:p>
      </dgm:t>
    </dgm:pt>
    <dgm:pt modelId="{8D806A18-FA54-4E97-90F4-160CD63C410A}" type="sibTrans" cxnId="{3592ADF9-2C6B-4916-B90D-A9F51E9D449C}">
      <dgm:prSet/>
      <dgm:spPr/>
      <dgm:t>
        <a:bodyPr/>
        <a:lstStyle/>
        <a:p>
          <a:endParaRPr lang="en-IN"/>
        </a:p>
      </dgm:t>
    </dgm:pt>
    <dgm:pt modelId="{39889F41-2654-47C8-B846-F28E6A242F7C}" type="parTrans" cxnId="{3592ADF9-2C6B-4916-B90D-A9F51E9D449C}">
      <dgm:prSet/>
      <dgm:spPr/>
      <dgm:t>
        <a:bodyPr/>
        <a:lstStyle/>
        <a:p>
          <a:endParaRPr lang="en-IN"/>
        </a:p>
      </dgm:t>
    </dgm:pt>
    <dgm:pt modelId="{D2FD2C1D-1D05-4CD2-945E-6A36E30DA254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Animal husbandry </a:t>
          </a:r>
        </a:p>
      </dgm:t>
    </dgm:pt>
    <dgm:pt modelId="{697B0CD3-1B08-46C9-89AF-9B271DF91AB3}" type="sibTrans" cxnId="{F743721B-E446-42F4-AEEF-D0C8A216F157}">
      <dgm:prSet/>
      <dgm:spPr/>
      <dgm:t>
        <a:bodyPr/>
        <a:lstStyle/>
        <a:p>
          <a:endParaRPr lang="en-IN"/>
        </a:p>
      </dgm:t>
    </dgm:pt>
    <dgm:pt modelId="{A66F3FDE-500A-49B3-93FB-73B2C5EBD3DD}" type="parTrans" cxnId="{F743721B-E446-42F4-AEEF-D0C8A216F157}">
      <dgm:prSet/>
      <dgm:spPr/>
      <dgm:t>
        <a:bodyPr/>
        <a:lstStyle/>
        <a:p>
          <a:endParaRPr lang="en-IN"/>
        </a:p>
      </dgm:t>
    </dgm:pt>
    <dgm:pt modelId="{BC2FBF2A-8247-4BAA-9B5A-6826981C9CDA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Physical facilities</a:t>
          </a:r>
        </a:p>
      </dgm:t>
    </dgm:pt>
    <dgm:pt modelId="{6B98DCCA-5A92-4209-8215-BBB34066E47C}" type="sibTrans" cxnId="{43F7455F-88BC-4C0F-8D0E-97913AA55D81}">
      <dgm:prSet/>
      <dgm:spPr/>
      <dgm:t>
        <a:bodyPr/>
        <a:lstStyle/>
        <a:p>
          <a:endParaRPr lang="en-US"/>
        </a:p>
      </dgm:t>
    </dgm:pt>
    <dgm:pt modelId="{20B96A35-A23F-4D5B-BADE-CCB3B138117D}" type="parTrans" cxnId="{43F7455F-88BC-4C0F-8D0E-97913AA55D81}">
      <dgm:prSet/>
      <dgm:spPr/>
      <dgm:t>
        <a:bodyPr/>
        <a:lstStyle/>
        <a:p>
          <a:endParaRPr lang="en-US"/>
        </a:p>
      </dgm:t>
    </dgm:pt>
    <dgm:pt modelId="{EE36A83C-5FD9-4E64-9C46-5FC1FA15DEEF}" type="pres">
      <dgm:prSet presAssocID="{17A4D08F-A8F1-4513-88B5-D8C7E5BADE79}" presName="linearFlow" presStyleCnt="0">
        <dgm:presLayoutVars>
          <dgm:dir/>
          <dgm:animLvl val="lvl"/>
          <dgm:resizeHandles val="exact"/>
        </dgm:presLayoutVars>
      </dgm:prSet>
      <dgm:spPr/>
    </dgm:pt>
    <dgm:pt modelId="{68528D89-EFCF-41E0-B9A5-39C5987E8173}" type="pres">
      <dgm:prSet presAssocID="{02D4DC55-FD3B-4850-8853-7DDB6D7322A3}" presName="composite" presStyleCnt="0"/>
      <dgm:spPr/>
    </dgm:pt>
    <dgm:pt modelId="{F2A957F2-F3EA-42B6-975B-3AED434C56A2}" type="pres">
      <dgm:prSet presAssocID="{02D4DC55-FD3B-4850-8853-7DDB6D7322A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79543A5-44A7-4D3E-A638-525E2870E70B}" type="pres">
      <dgm:prSet presAssocID="{02D4DC55-FD3B-4850-8853-7DDB6D7322A3}" presName="descendantText" presStyleLbl="alignAcc1" presStyleIdx="0" presStyleCnt="3" custScaleY="136097">
        <dgm:presLayoutVars>
          <dgm:bulletEnabled val="1"/>
        </dgm:presLayoutVars>
      </dgm:prSet>
      <dgm:spPr/>
    </dgm:pt>
    <dgm:pt modelId="{D88A8F9A-4F8C-412D-B786-6D86A957209C}" type="pres">
      <dgm:prSet presAssocID="{AB550D9B-06C4-40BF-A790-6C405889FAA8}" presName="sp" presStyleCnt="0"/>
      <dgm:spPr/>
    </dgm:pt>
    <dgm:pt modelId="{9E86BB38-8C82-4265-999D-6D3FDF743EB7}" type="pres">
      <dgm:prSet presAssocID="{AFB42851-DD24-495E-A4FB-D11AFD45603C}" presName="composite" presStyleCnt="0"/>
      <dgm:spPr/>
    </dgm:pt>
    <dgm:pt modelId="{B48465EF-D2FF-4627-9856-A6F322E5D0C6}" type="pres">
      <dgm:prSet presAssocID="{AFB42851-DD24-495E-A4FB-D11AFD45603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7254219-FB39-4487-B64B-2A3AAF62147A}" type="pres">
      <dgm:prSet presAssocID="{AFB42851-DD24-495E-A4FB-D11AFD45603C}" presName="descendantText" presStyleLbl="alignAcc1" presStyleIdx="1" presStyleCnt="3" custScaleY="168334" custLinFactNeighborX="0" custLinFactNeighborY="-11132">
        <dgm:presLayoutVars>
          <dgm:bulletEnabled val="1"/>
        </dgm:presLayoutVars>
      </dgm:prSet>
      <dgm:spPr/>
    </dgm:pt>
    <dgm:pt modelId="{379D42E3-886A-44F3-88FB-E03D64A9BD03}" type="pres">
      <dgm:prSet presAssocID="{8EF65C55-C67B-4ED7-BA74-6CF469D1ADBF}" presName="sp" presStyleCnt="0"/>
      <dgm:spPr/>
    </dgm:pt>
    <dgm:pt modelId="{F45BA5AF-DBC2-49C9-B2F8-F60EF912CB46}" type="pres">
      <dgm:prSet presAssocID="{C9D42624-84E4-486B-9DF3-CC9195205AF5}" presName="composite" presStyleCnt="0"/>
      <dgm:spPr/>
    </dgm:pt>
    <dgm:pt modelId="{97C6A25B-2971-4FF9-93EB-7FF67E920F64}" type="pres">
      <dgm:prSet presAssocID="{C9D42624-84E4-486B-9DF3-CC9195205AF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D378EE2-45E7-4500-9908-C0B1A2598271}" type="pres">
      <dgm:prSet presAssocID="{C9D42624-84E4-486B-9DF3-CC9195205AF5}" presName="descendantText" presStyleLbl="alignAcc1" presStyleIdx="2" presStyleCnt="3" custScaleY="150245" custLinFactNeighborY="2797">
        <dgm:presLayoutVars>
          <dgm:bulletEnabled val="1"/>
        </dgm:presLayoutVars>
      </dgm:prSet>
      <dgm:spPr/>
    </dgm:pt>
  </dgm:ptLst>
  <dgm:cxnLst>
    <dgm:cxn modelId="{CB1E9A08-FF62-4D6B-8782-F0543CE87D51}" type="presOf" srcId="{718B943E-DFFD-4319-A09A-252FC7B472D5}" destId="{67254219-FB39-4487-B64B-2A3AAF62147A}" srcOrd="0" destOrd="1" presId="urn:microsoft.com/office/officeart/2005/8/layout/chevron2"/>
    <dgm:cxn modelId="{50FDE808-A4A8-4C8F-A607-71155E42EE62}" srcId="{02D4DC55-FD3B-4850-8853-7DDB6D7322A3}" destId="{9AF50AF1-9A7E-497C-9F45-FEBA65ED67CF}" srcOrd="3" destOrd="0" parTransId="{CFF0C0C0-5EDE-459B-85B2-A502A08637A1}" sibTransId="{A02B9765-F54C-4DCF-AF79-8DFBD834D0FD}"/>
    <dgm:cxn modelId="{F743721B-E446-42F4-AEEF-D0C8A216F157}" srcId="{C9D42624-84E4-486B-9DF3-CC9195205AF5}" destId="{D2FD2C1D-1D05-4CD2-945E-6A36E30DA254}" srcOrd="1" destOrd="0" parTransId="{A66F3FDE-500A-49B3-93FB-73B2C5EBD3DD}" sibTransId="{697B0CD3-1B08-46C9-89AF-9B271DF91AB3}"/>
    <dgm:cxn modelId="{1CDC9825-C9FE-4162-92F6-5F1B039899EA}" type="presOf" srcId="{02D4DC55-FD3B-4850-8853-7DDB6D7322A3}" destId="{F2A957F2-F3EA-42B6-975B-3AED434C56A2}" srcOrd="0" destOrd="0" presId="urn:microsoft.com/office/officeart/2005/8/layout/chevron2"/>
    <dgm:cxn modelId="{718DE325-6439-4DDB-ACBC-29C21E48842F}" srcId="{AFB42851-DD24-495E-A4FB-D11AFD45603C}" destId="{004D9AB5-61BD-45A7-9208-23CC2704F774}" srcOrd="0" destOrd="0" parTransId="{5E3B9C9D-61C0-464F-A769-B15959F7FFAF}" sibTransId="{61A893D5-1B25-46DA-8ECB-DB1190F75FB1}"/>
    <dgm:cxn modelId="{BEC4822E-E7E4-4E66-97D0-D4A3A90E87A7}" type="presOf" srcId="{E114B30E-6002-42B5-B031-2E260F5FB230}" destId="{479543A5-44A7-4D3E-A638-525E2870E70B}" srcOrd="0" destOrd="1" presId="urn:microsoft.com/office/officeart/2005/8/layout/chevron2"/>
    <dgm:cxn modelId="{43F7455F-88BC-4C0F-8D0E-97913AA55D81}" srcId="{C9D42624-84E4-486B-9DF3-CC9195205AF5}" destId="{BC2FBF2A-8247-4BAA-9B5A-6826981C9CDA}" srcOrd="0" destOrd="0" parTransId="{20B96A35-A23F-4D5B-BADE-CCB3B138117D}" sibTransId="{6B98DCCA-5A92-4209-8215-BBB34066E47C}"/>
    <dgm:cxn modelId="{8B65B941-D135-41C7-8215-10176CE59222}" type="presOf" srcId="{14C3F09F-36D9-4CAF-A2CB-328407ED17FD}" destId="{DD378EE2-45E7-4500-9908-C0B1A2598271}" srcOrd="0" destOrd="3" presId="urn:microsoft.com/office/officeart/2005/8/layout/chevron2"/>
    <dgm:cxn modelId="{5D8FF241-B6CE-483B-A78A-A88105B06292}" type="presOf" srcId="{17A4D08F-A8F1-4513-88B5-D8C7E5BADE79}" destId="{EE36A83C-5FD9-4E64-9C46-5FC1FA15DEEF}" srcOrd="0" destOrd="0" presId="urn:microsoft.com/office/officeart/2005/8/layout/chevron2"/>
    <dgm:cxn modelId="{6206D663-E882-4EC2-B571-01FBBDEE3321}" srcId="{17A4D08F-A8F1-4513-88B5-D8C7E5BADE79}" destId="{02D4DC55-FD3B-4850-8853-7DDB6D7322A3}" srcOrd="0" destOrd="0" parTransId="{6F89BE3F-0184-4B67-B858-F3B124EE0747}" sibTransId="{AB550D9B-06C4-40BF-A790-6C405889FAA8}"/>
    <dgm:cxn modelId="{D9A74145-E3DC-42CB-931C-E200422FC686}" type="presOf" srcId="{4515B01F-5418-439A-B0F1-DA0B905F2AAC}" destId="{67254219-FB39-4487-B64B-2A3AAF62147A}" srcOrd="0" destOrd="3" presId="urn:microsoft.com/office/officeart/2005/8/layout/chevron2"/>
    <dgm:cxn modelId="{50C01070-2EFA-4C65-9496-359DC2F0E4DC}" srcId="{AFB42851-DD24-495E-A4FB-D11AFD45603C}" destId="{718B943E-DFFD-4319-A09A-252FC7B472D5}" srcOrd="1" destOrd="0" parTransId="{D234C389-9688-4877-A796-A03A78828C7E}" sibTransId="{48E38776-8A34-48B1-B0FD-3DDBF7AD7F11}"/>
    <dgm:cxn modelId="{15D4F055-EB2F-4A79-9A7D-2885A17848AC}" type="presOf" srcId="{004D9AB5-61BD-45A7-9208-23CC2704F774}" destId="{67254219-FB39-4487-B64B-2A3AAF62147A}" srcOrd="0" destOrd="0" presId="urn:microsoft.com/office/officeart/2005/8/layout/chevron2"/>
    <dgm:cxn modelId="{072F3676-29F9-46D8-A752-7D46D29CB675}" type="presOf" srcId="{C4527D63-B404-4E5D-9584-A6A354E5EFE8}" destId="{479543A5-44A7-4D3E-A638-525E2870E70B}" srcOrd="0" destOrd="2" presId="urn:microsoft.com/office/officeart/2005/8/layout/chevron2"/>
    <dgm:cxn modelId="{B9C9CB7A-0C5A-4ABF-B143-CCC92E6943EB}" type="presOf" srcId="{AFB42851-DD24-495E-A4FB-D11AFD45603C}" destId="{B48465EF-D2FF-4627-9856-A6F322E5D0C6}" srcOrd="0" destOrd="0" presId="urn:microsoft.com/office/officeart/2005/8/layout/chevron2"/>
    <dgm:cxn modelId="{F029397E-4376-4E98-9A4C-17E10C6D4DD2}" type="presOf" srcId="{9AF50AF1-9A7E-497C-9F45-FEBA65ED67CF}" destId="{479543A5-44A7-4D3E-A638-525E2870E70B}" srcOrd="0" destOrd="3" presId="urn:microsoft.com/office/officeart/2005/8/layout/chevron2"/>
    <dgm:cxn modelId="{9A057183-CD81-49AF-AA0F-3645E10E7701}" type="presOf" srcId="{BC2FBF2A-8247-4BAA-9B5A-6826981C9CDA}" destId="{DD378EE2-45E7-4500-9908-C0B1A2598271}" srcOrd="0" destOrd="0" presId="urn:microsoft.com/office/officeart/2005/8/layout/chevron2"/>
    <dgm:cxn modelId="{A07D9F8D-1234-4C38-B602-0597E62B5247}" srcId="{AFB42851-DD24-495E-A4FB-D11AFD45603C}" destId="{9C3E03AE-F772-4873-9E06-18A3E15F463D}" srcOrd="2" destOrd="0" parTransId="{07734C1A-3740-4A33-924A-156FE2F03CA2}" sibTransId="{7BD1820D-8527-4E99-B347-DB70F0D44E3B}"/>
    <dgm:cxn modelId="{C556B399-8244-45C5-BC57-38535DBD69BD}" srcId="{C9D42624-84E4-486B-9DF3-CC9195205AF5}" destId="{14C3F09F-36D9-4CAF-A2CB-328407ED17FD}" srcOrd="3" destOrd="0" parTransId="{CE1A68F6-5FD3-4103-8A36-93EA6840140D}" sibTransId="{84564F47-9C73-43F3-A31F-B0FB98A43BD3}"/>
    <dgm:cxn modelId="{FBB44FBB-6D95-4391-974D-44A4E3A01FCB}" srcId="{AFB42851-DD24-495E-A4FB-D11AFD45603C}" destId="{4515B01F-5418-439A-B0F1-DA0B905F2AAC}" srcOrd="3" destOrd="0" parTransId="{C71A96BC-80D9-4E47-BE8C-1875C4EA510C}" sibTransId="{C94435B9-F2BF-475E-9E4C-DC2F6ACFC3AC}"/>
    <dgm:cxn modelId="{048AFEBF-52F9-4D27-B2AF-758F16CBDCE7}" type="presOf" srcId="{C9D42624-84E4-486B-9DF3-CC9195205AF5}" destId="{97C6A25B-2971-4FF9-93EB-7FF67E920F64}" srcOrd="0" destOrd="0" presId="urn:microsoft.com/office/officeart/2005/8/layout/chevron2"/>
    <dgm:cxn modelId="{A6811BC5-0EA9-44B2-8B2D-97F48E089F8B}" srcId="{02D4DC55-FD3B-4850-8853-7DDB6D7322A3}" destId="{C4527D63-B404-4E5D-9584-A6A354E5EFE8}" srcOrd="2" destOrd="0" parTransId="{AB12EB94-00D1-4795-BA7A-ECF445216BEE}" sibTransId="{7177CE10-035F-4A6C-80AB-3E51A594BF1E}"/>
    <dgm:cxn modelId="{AEE6D6CA-9BDF-4162-879F-5E7A6A01731C}" srcId="{02D4DC55-FD3B-4850-8853-7DDB6D7322A3}" destId="{E114B30E-6002-42B5-B031-2E260F5FB230}" srcOrd="1" destOrd="0" parTransId="{AA6C875D-8F41-4F97-A60E-7FD40B7D8BA6}" sibTransId="{C1F8BAB8-8584-485E-ABA9-F4D053718ADE}"/>
    <dgm:cxn modelId="{0F736AD9-CC71-4D83-8ED6-96E2B74AFC49}" type="presOf" srcId="{9C3E03AE-F772-4873-9E06-18A3E15F463D}" destId="{67254219-FB39-4487-B64B-2A3AAF62147A}" srcOrd="0" destOrd="2" presId="urn:microsoft.com/office/officeart/2005/8/layout/chevron2"/>
    <dgm:cxn modelId="{F2C7E4DB-F8E3-49EF-B105-F05A868F6240}" type="presOf" srcId="{99FDAB05-5B82-4FDD-A583-00EF4D65BE1B}" destId="{DD378EE2-45E7-4500-9908-C0B1A2598271}" srcOrd="0" destOrd="2" presId="urn:microsoft.com/office/officeart/2005/8/layout/chevron2"/>
    <dgm:cxn modelId="{41DD81E2-0082-43F3-831B-F8D42D5942EB}" type="presOf" srcId="{D2FD2C1D-1D05-4CD2-945E-6A36E30DA254}" destId="{DD378EE2-45E7-4500-9908-C0B1A2598271}" srcOrd="0" destOrd="1" presId="urn:microsoft.com/office/officeart/2005/8/layout/chevron2"/>
    <dgm:cxn modelId="{EBE1A3E8-0CED-435E-BC14-220B49DD2CD6}" type="presOf" srcId="{96021965-6494-4C5F-BE40-F5F3E63065D4}" destId="{479543A5-44A7-4D3E-A638-525E2870E70B}" srcOrd="0" destOrd="0" presId="urn:microsoft.com/office/officeart/2005/8/layout/chevron2"/>
    <dgm:cxn modelId="{70A062F2-5558-40B1-BB2E-A40D20F3C74B}" srcId="{02D4DC55-FD3B-4850-8853-7DDB6D7322A3}" destId="{96021965-6494-4C5F-BE40-F5F3E63065D4}" srcOrd="0" destOrd="0" parTransId="{37A03071-90B4-414F-BF05-CFE09950EC29}" sibTransId="{5A11314E-F08B-400A-A43B-428BB7FDBE03}"/>
    <dgm:cxn modelId="{9679DBF7-AA3D-425A-8817-C96A2362B6F1}" srcId="{17A4D08F-A8F1-4513-88B5-D8C7E5BADE79}" destId="{AFB42851-DD24-495E-A4FB-D11AFD45603C}" srcOrd="1" destOrd="0" parTransId="{E16E581F-792D-4977-8C15-322FDE76B2C6}" sibTransId="{8EF65C55-C67B-4ED7-BA74-6CF469D1ADBF}"/>
    <dgm:cxn modelId="{3592ADF9-2C6B-4916-B90D-A9F51E9D449C}" srcId="{C9D42624-84E4-486B-9DF3-CC9195205AF5}" destId="{99FDAB05-5B82-4FDD-A583-00EF4D65BE1B}" srcOrd="2" destOrd="0" parTransId="{39889F41-2654-47C8-B846-F28E6A242F7C}" sibTransId="{8D806A18-FA54-4E97-90F4-160CD63C410A}"/>
    <dgm:cxn modelId="{E60A2FFD-4D6E-4AE4-A29A-2E85D4DDE574}" srcId="{17A4D08F-A8F1-4513-88B5-D8C7E5BADE79}" destId="{C9D42624-84E4-486B-9DF3-CC9195205AF5}" srcOrd="2" destOrd="0" parTransId="{56BEB1E4-2783-4EB0-AC60-8ECB68E90373}" sibTransId="{2C30B123-DF70-4541-A919-AD5560A95D95}"/>
    <dgm:cxn modelId="{EF402C05-D0B6-4FB6-9C7C-C8104564F42A}" type="presParOf" srcId="{EE36A83C-5FD9-4E64-9C46-5FC1FA15DEEF}" destId="{68528D89-EFCF-41E0-B9A5-39C5987E8173}" srcOrd="0" destOrd="0" presId="urn:microsoft.com/office/officeart/2005/8/layout/chevron2"/>
    <dgm:cxn modelId="{E8A36240-8CEA-4009-8869-A27648613809}" type="presParOf" srcId="{68528D89-EFCF-41E0-B9A5-39C5987E8173}" destId="{F2A957F2-F3EA-42B6-975B-3AED434C56A2}" srcOrd="0" destOrd="0" presId="urn:microsoft.com/office/officeart/2005/8/layout/chevron2"/>
    <dgm:cxn modelId="{224FF389-BD91-407B-8367-1AE78A07281F}" type="presParOf" srcId="{68528D89-EFCF-41E0-B9A5-39C5987E8173}" destId="{479543A5-44A7-4D3E-A638-525E2870E70B}" srcOrd="1" destOrd="0" presId="urn:microsoft.com/office/officeart/2005/8/layout/chevron2"/>
    <dgm:cxn modelId="{00A15BD4-9CE1-4E31-AD7D-E07E215CD780}" type="presParOf" srcId="{EE36A83C-5FD9-4E64-9C46-5FC1FA15DEEF}" destId="{D88A8F9A-4F8C-412D-B786-6D86A957209C}" srcOrd="1" destOrd="0" presId="urn:microsoft.com/office/officeart/2005/8/layout/chevron2"/>
    <dgm:cxn modelId="{185F3176-7626-44A0-965E-A4623661E0B4}" type="presParOf" srcId="{EE36A83C-5FD9-4E64-9C46-5FC1FA15DEEF}" destId="{9E86BB38-8C82-4265-999D-6D3FDF743EB7}" srcOrd="2" destOrd="0" presId="urn:microsoft.com/office/officeart/2005/8/layout/chevron2"/>
    <dgm:cxn modelId="{E29FCEFB-A8A4-4F5E-BCD6-4B53C1194DBC}" type="presParOf" srcId="{9E86BB38-8C82-4265-999D-6D3FDF743EB7}" destId="{B48465EF-D2FF-4627-9856-A6F322E5D0C6}" srcOrd="0" destOrd="0" presId="urn:microsoft.com/office/officeart/2005/8/layout/chevron2"/>
    <dgm:cxn modelId="{A51867D0-AC31-4123-BAA5-594581DE6202}" type="presParOf" srcId="{9E86BB38-8C82-4265-999D-6D3FDF743EB7}" destId="{67254219-FB39-4487-B64B-2A3AAF62147A}" srcOrd="1" destOrd="0" presId="urn:microsoft.com/office/officeart/2005/8/layout/chevron2"/>
    <dgm:cxn modelId="{C5B31F2A-195F-44BB-A32F-802A3EB5D846}" type="presParOf" srcId="{EE36A83C-5FD9-4E64-9C46-5FC1FA15DEEF}" destId="{379D42E3-886A-44F3-88FB-E03D64A9BD03}" srcOrd="3" destOrd="0" presId="urn:microsoft.com/office/officeart/2005/8/layout/chevron2"/>
    <dgm:cxn modelId="{76DA7864-F897-46DA-A2AA-1CC93AE9F612}" type="presParOf" srcId="{EE36A83C-5FD9-4E64-9C46-5FC1FA15DEEF}" destId="{F45BA5AF-DBC2-49C9-B2F8-F60EF912CB46}" srcOrd="4" destOrd="0" presId="urn:microsoft.com/office/officeart/2005/8/layout/chevron2"/>
    <dgm:cxn modelId="{22AA97F4-BAA5-4F29-96C0-677015D62FF1}" type="presParOf" srcId="{F45BA5AF-DBC2-49C9-B2F8-F60EF912CB46}" destId="{97C6A25B-2971-4FF9-93EB-7FF67E920F64}" srcOrd="0" destOrd="0" presId="urn:microsoft.com/office/officeart/2005/8/layout/chevron2"/>
    <dgm:cxn modelId="{218F0728-E26A-4A02-8B06-196D88D67F33}" type="presParOf" srcId="{F45BA5AF-DBC2-49C9-B2F8-F60EF912CB46}" destId="{DD378EE2-45E7-4500-9908-C0B1A25982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3F18A5-86C1-49F6-A8ED-8748439551F7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C0C09D-899C-4BDF-932D-5D89B4726496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Protocol Deviation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719494-C965-4DD1-A801-2CB102E136B5}" type="parTrans" cxnId="{4AFBCD62-2AC5-445B-92B0-223167D04E96}">
      <dgm:prSet/>
      <dgm:spPr/>
      <dgm:t>
        <a:bodyPr/>
        <a:lstStyle/>
        <a:p>
          <a:endParaRPr lang="en-IN"/>
        </a:p>
      </dgm:t>
    </dgm:pt>
    <dgm:pt modelId="{CB258641-9055-42D3-B0D7-CA28F79C8299}" type="sibTrans" cxnId="{4AFBCD62-2AC5-445B-92B0-223167D04E96}">
      <dgm:prSet/>
      <dgm:spPr/>
      <dgm:t>
        <a:bodyPr/>
        <a:lstStyle/>
        <a:p>
          <a:endParaRPr lang="en-IN"/>
        </a:p>
      </dgm:t>
    </dgm:pt>
    <dgm:pt modelId="{6793BE0E-69B5-4328-B20E-898D5A073B11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Refinement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A557F4-25BE-4BBA-B9DB-AB61C7FA168D}" type="parTrans" cxnId="{1627EDA1-50B7-41DF-9731-ADF5339E697A}">
      <dgm:prSet/>
      <dgm:spPr/>
      <dgm:t>
        <a:bodyPr/>
        <a:lstStyle/>
        <a:p>
          <a:endParaRPr lang="en-IN"/>
        </a:p>
      </dgm:t>
    </dgm:pt>
    <dgm:pt modelId="{CEB3245B-0471-4B7D-91C7-9A84F6441A1C}" type="sibTrans" cxnId="{1627EDA1-50B7-41DF-9731-ADF5339E697A}">
      <dgm:prSet/>
      <dgm:spPr/>
      <dgm:t>
        <a:bodyPr/>
        <a:lstStyle/>
        <a:p>
          <a:endParaRPr lang="en-IN"/>
        </a:p>
      </dgm:t>
    </dgm:pt>
    <dgm:pt modelId="{8D961240-5612-4E7C-B540-C8256BE2D835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IASC Supervision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1B4DDC-1EFC-4F8E-9C43-A74900BF9F7E}" type="parTrans" cxnId="{1DFB6455-8E82-41E5-8D0E-7C2C07E61F1F}">
      <dgm:prSet/>
      <dgm:spPr/>
      <dgm:t>
        <a:bodyPr/>
        <a:lstStyle/>
        <a:p>
          <a:endParaRPr lang="en-IN"/>
        </a:p>
      </dgm:t>
    </dgm:pt>
    <dgm:pt modelId="{881B4BB7-FD45-4917-BD22-73EA9CE3C28C}" type="sibTrans" cxnId="{1DFB6455-8E82-41E5-8D0E-7C2C07E61F1F}">
      <dgm:prSet/>
      <dgm:spPr/>
      <dgm:t>
        <a:bodyPr/>
        <a:lstStyle/>
        <a:p>
          <a:endParaRPr lang="en-IN"/>
        </a:p>
      </dgm:t>
    </dgm:pt>
    <dgm:pt modelId="{09947F8E-831E-4B25-9EF3-91B00586BE7F}" type="pres">
      <dgm:prSet presAssocID="{FD3F18A5-86C1-49F6-A8ED-8748439551F7}" presName="compositeShape" presStyleCnt="0">
        <dgm:presLayoutVars>
          <dgm:dir/>
          <dgm:resizeHandles/>
        </dgm:presLayoutVars>
      </dgm:prSet>
      <dgm:spPr/>
    </dgm:pt>
    <dgm:pt modelId="{A2D12382-5ED8-4C16-B517-07A55D00D783}" type="pres">
      <dgm:prSet presAssocID="{FD3F18A5-86C1-49F6-A8ED-8748439551F7}" presName="pyramid" presStyleLbl="node1" presStyleIdx="0" presStyleCnt="1"/>
      <dgm:spPr/>
    </dgm:pt>
    <dgm:pt modelId="{D125DE6F-9391-4AB8-8DA7-431B36792A46}" type="pres">
      <dgm:prSet presAssocID="{FD3F18A5-86C1-49F6-A8ED-8748439551F7}" presName="theList" presStyleCnt="0"/>
      <dgm:spPr/>
    </dgm:pt>
    <dgm:pt modelId="{6494D5B8-4A55-4D59-8BC4-B1F5625C7E62}" type="pres">
      <dgm:prSet presAssocID="{7BC0C09D-899C-4BDF-932D-5D89B4726496}" presName="aNode" presStyleLbl="fgAcc1" presStyleIdx="0" presStyleCnt="3">
        <dgm:presLayoutVars>
          <dgm:bulletEnabled val="1"/>
        </dgm:presLayoutVars>
      </dgm:prSet>
      <dgm:spPr/>
    </dgm:pt>
    <dgm:pt modelId="{D2C1D074-5CE7-404C-A898-C87DC9D30FF4}" type="pres">
      <dgm:prSet presAssocID="{7BC0C09D-899C-4BDF-932D-5D89B4726496}" presName="aSpace" presStyleCnt="0"/>
      <dgm:spPr/>
    </dgm:pt>
    <dgm:pt modelId="{81BA27BE-5218-4298-8D36-B3FE4BD49DB8}" type="pres">
      <dgm:prSet presAssocID="{6793BE0E-69B5-4328-B20E-898D5A073B11}" presName="aNode" presStyleLbl="fgAcc1" presStyleIdx="1" presStyleCnt="3">
        <dgm:presLayoutVars>
          <dgm:bulletEnabled val="1"/>
        </dgm:presLayoutVars>
      </dgm:prSet>
      <dgm:spPr/>
    </dgm:pt>
    <dgm:pt modelId="{466DD719-0601-4311-8C0D-67F1D00219C2}" type="pres">
      <dgm:prSet presAssocID="{6793BE0E-69B5-4328-B20E-898D5A073B11}" presName="aSpace" presStyleCnt="0"/>
      <dgm:spPr/>
    </dgm:pt>
    <dgm:pt modelId="{8E8DDDC1-A2CB-4B09-BD4C-DFAA956F1EED}" type="pres">
      <dgm:prSet presAssocID="{8D961240-5612-4E7C-B540-C8256BE2D835}" presName="aNode" presStyleLbl="fgAcc1" presStyleIdx="2" presStyleCnt="3" custLinFactNeighborX="-1825" custLinFactNeighborY="6843">
        <dgm:presLayoutVars>
          <dgm:bulletEnabled val="1"/>
        </dgm:presLayoutVars>
      </dgm:prSet>
      <dgm:spPr/>
    </dgm:pt>
    <dgm:pt modelId="{346E471A-6DD4-4BB3-80A8-F930D374A35E}" type="pres">
      <dgm:prSet presAssocID="{8D961240-5612-4E7C-B540-C8256BE2D835}" presName="aSpace" presStyleCnt="0"/>
      <dgm:spPr/>
    </dgm:pt>
  </dgm:ptLst>
  <dgm:cxnLst>
    <dgm:cxn modelId="{63060433-5A76-4FC7-8471-9DA9252A48AE}" type="presOf" srcId="{FD3F18A5-86C1-49F6-A8ED-8748439551F7}" destId="{09947F8E-831E-4B25-9EF3-91B00586BE7F}" srcOrd="0" destOrd="0" presId="urn:microsoft.com/office/officeart/2005/8/layout/pyramid2"/>
    <dgm:cxn modelId="{4AFBCD62-2AC5-445B-92B0-223167D04E96}" srcId="{FD3F18A5-86C1-49F6-A8ED-8748439551F7}" destId="{7BC0C09D-899C-4BDF-932D-5D89B4726496}" srcOrd="0" destOrd="0" parTransId="{56719494-C965-4DD1-A801-2CB102E136B5}" sibTransId="{CB258641-9055-42D3-B0D7-CA28F79C8299}"/>
    <dgm:cxn modelId="{9038D766-0E48-4A25-8E54-AF128E3C3B3D}" type="presOf" srcId="{6793BE0E-69B5-4328-B20E-898D5A073B11}" destId="{81BA27BE-5218-4298-8D36-B3FE4BD49DB8}" srcOrd="0" destOrd="0" presId="urn:microsoft.com/office/officeart/2005/8/layout/pyramid2"/>
    <dgm:cxn modelId="{1DFB6455-8E82-41E5-8D0E-7C2C07E61F1F}" srcId="{FD3F18A5-86C1-49F6-A8ED-8748439551F7}" destId="{8D961240-5612-4E7C-B540-C8256BE2D835}" srcOrd="2" destOrd="0" parTransId="{9B1B4DDC-1EFC-4F8E-9C43-A74900BF9F7E}" sibTransId="{881B4BB7-FD45-4917-BD22-73EA9CE3C28C}"/>
    <dgm:cxn modelId="{C70C387F-CC18-4019-B27F-DD9487A12406}" type="presOf" srcId="{7BC0C09D-899C-4BDF-932D-5D89B4726496}" destId="{6494D5B8-4A55-4D59-8BC4-B1F5625C7E62}" srcOrd="0" destOrd="0" presId="urn:microsoft.com/office/officeart/2005/8/layout/pyramid2"/>
    <dgm:cxn modelId="{1627EDA1-50B7-41DF-9731-ADF5339E697A}" srcId="{FD3F18A5-86C1-49F6-A8ED-8748439551F7}" destId="{6793BE0E-69B5-4328-B20E-898D5A073B11}" srcOrd="1" destOrd="0" parTransId="{52A557F4-25BE-4BBA-B9DB-AB61C7FA168D}" sibTransId="{CEB3245B-0471-4B7D-91C7-9A84F6441A1C}"/>
    <dgm:cxn modelId="{94F747B2-C36C-404C-A144-F928643670C4}" type="presOf" srcId="{8D961240-5612-4E7C-B540-C8256BE2D835}" destId="{8E8DDDC1-A2CB-4B09-BD4C-DFAA956F1EED}" srcOrd="0" destOrd="0" presId="urn:microsoft.com/office/officeart/2005/8/layout/pyramid2"/>
    <dgm:cxn modelId="{B511D655-CA6B-48EA-BD52-59D30A5E5B00}" type="presParOf" srcId="{09947F8E-831E-4B25-9EF3-91B00586BE7F}" destId="{A2D12382-5ED8-4C16-B517-07A55D00D783}" srcOrd="0" destOrd="0" presId="urn:microsoft.com/office/officeart/2005/8/layout/pyramid2"/>
    <dgm:cxn modelId="{EDC5BA48-4FBE-4B97-B4F1-4C18A7094967}" type="presParOf" srcId="{09947F8E-831E-4B25-9EF3-91B00586BE7F}" destId="{D125DE6F-9391-4AB8-8DA7-431B36792A46}" srcOrd="1" destOrd="0" presId="urn:microsoft.com/office/officeart/2005/8/layout/pyramid2"/>
    <dgm:cxn modelId="{9F7DE3D6-D0C6-4BA6-973E-87C1EB8C0EB8}" type="presParOf" srcId="{D125DE6F-9391-4AB8-8DA7-431B36792A46}" destId="{6494D5B8-4A55-4D59-8BC4-B1F5625C7E62}" srcOrd="0" destOrd="0" presId="urn:microsoft.com/office/officeart/2005/8/layout/pyramid2"/>
    <dgm:cxn modelId="{4FF08AE0-6CE5-4E62-9AA4-D0ECE53068B8}" type="presParOf" srcId="{D125DE6F-9391-4AB8-8DA7-431B36792A46}" destId="{D2C1D074-5CE7-404C-A898-C87DC9D30FF4}" srcOrd="1" destOrd="0" presId="urn:microsoft.com/office/officeart/2005/8/layout/pyramid2"/>
    <dgm:cxn modelId="{1252B377-1292-49B6-A282-EF813B2066A1}" type="presParOf" srcId="{D125DE6F-9391-4AB8-8DA7-431B36792A46}" destId="{81BA27BE-5218-4298-8D36-B3FE4BD49DB8}" srcOrd="2" destOrd="0" presId="urn:microsoft.com/office/officeart/2005/8/layout/pyramid2"/>
    <dgm:cxn modelId="{EDB41030-3AF5-40C2-BFED-D671BAAD0D66}" type="presParOf" srcId="{D125DE6F-9391-4AB8-8DA7-431B36792A46}" destId="{466DD719-0601-4311-8C0D-67F1D00219C2}" srcOrd="3" destOrd="0" presId="urn:microsoft.com/office/officeart/2005/8/layout/pyramid2"/>
    <dgm:cxn modelId="{EFA63A2E-204B-4B80-B5D8-27A09D90E741}" type="presParOf" srcId="{D125DE6F-9391-4AB8-8DA7-431B36792A46}" destId="{8E8DDDC1-A2CB-4B09-BD4C-DFAA956F1EED}" srcOrd="4" destOrd="0" presId="urn:microsoft.com/office/officeart/2005/8/layout/pyramid2"/>
    <dgm:cxn modelId="{BC113857-B37D-4DEA-9F60-51DD9CEFEA1F}" type="presParOf" srcId="{D125DE6F-9391-4AB8-8DA7-431B36792A46}" destId="{346E471A-6DD4-4BB3-80A8-F930D374A35E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CF3B6-4480-4686-85C1-8BCCC28D0999}">
      <dsp:nvSpPr>
        <dsp:cNvPr id="0" name=""/>
        <dsp:cNvSpPr/>
      </dsp:nvSpPr>
      <dsp:spPr>
        <a:xfrm rot="5400000">
          <a:off x="-169440" y="245635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 rot="-5400000">
        <a:off x="76196" y="573149"/>
        <a:ext cx="1146297" cy="491270"/>
      </dsp:txXfrm>
    </dsp:sp>
    <dsp:sp modelId="{9E38B97F-5CC3-419B-BDB5-299C03937EF5}">
      <dsp:nvSpPr>
        <dsp:cNvPr id="0" name=""/>
        <dsp:cNvSpPr/>
      </dsp:nvSpPr>
      <dsp:spPr>
        <a:xfrm rot="5400000">
          <a:off x="4155739" y="-30089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human care and welfare of animals.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the principle of the 3Rs/4Rs</a:t>
          </a:r>
        </a:p>
      </dsp:txBody>
      <dsp:txXfrm rot="-5400000">
        <a:off x="1146298" y="52408"/>
        <a:ext cx="7031341" cy="960496"/>
      </dsp:txXfrm>
    </dsp:sp>
    <dsp:sp modelId="{08C04973-0E9F-4C70-AA4A-23A1A24633D5}">
      <dsp:nvSpPr>
        <dsp:cNvPr id="0" name=""/>
        <dsp:cNvSpPr/>
      </dsp:nvSpPr>
      <dsp:spPr>
        <a:xfrm rot="5400000">
          <a:off x="-245635" y="168983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1" y="2017346"/>
        <a:ext cx="1146297" cy="491270"/>
      </dsp:txXfrm>
    </dsp:sp>
    <dsp:sp modelId="{B8E21299-AA8B-49D9-9249-D57E3B433D8F}">
      <dsp:nvSpPr>
        <dsp:cNvPr id="0" name=""/>
        <dsp:cNvSpPr/>
      </dsp:nvSpPr>
      <dsp:spPr>
        <a:xfrm rot="5400000">
          <a:off x="4155739" y="-156524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monitor and inspect animal facilities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minimize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pain,suffering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distress during animal experimentation</a:t>
          </a:r>
        </a:p>
      </dsp:txBody>
      <dsp:txXfrm rot="-5400000">
        <a:off x="1146298" y="1496158"/>
        <a:ext cx="7031341" cy="960496"/>
      </dsp:txXfrm>
    </dsp:sp>
    <dsp:sp modelId="{CAE7D903-2555-46FA-B230-B9143F41954C}">
      <dsp:nvSpPr>
        <dsp:cNvPr id="0" name=""/>
        <dsp:cNvSpPr/>
      </dsp:nvSpPr>
      <dsp:spPr>
        <a:xfrm rot="5400000">
          <a:off x="-245635" y="3133581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1" y="3461095"/>
        <a:ext cx="1146297" cy="491270"/>
      </dsp:txXfrm>
    </dsp:sp>
    <dsp:sp modelId="{378CE2F0-712D-4A5A-8E51-263C7EAF18C1}">
      <dsp:nvSpPr>
        <dsp:cNvPr id="0" name=""/>
        <dsp:cNvSpPr/>
      </dsp:nvSpPr>
      <dsp:spPr>
        <a:xfrm rot="5400000">
          <a:off x="4155739" y="-121495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ethical awareness and training</a:t>
          </a:r>
          <a:r>
            <a:rPr lang="en-US" sz="2600" kern="1200" dirty="0"/>
            <a:t>.</a:t>
          </a:r>
        </a:p>
      </dsp:txBody>
      <dsp:txXfrm rot="-5400000">
        <a:off x="1146298" y="2939907"/>
        <a:ext cx="7031341" cy="960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957F2-F3EA-42B6-975B-3AED434C56A2}">
      <dsp:nvSpPr>
        <dsp:cNvPr id="0" name=""/>
        <dsp:cNvSpPr/>
      </dsp:nvSpPr>
      <dsp:spPr>
        <a:xfrm rot="5400000">
          <a:off x="-218257" y="397397"/>
          <a:ext cx="1455053" cy="101853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 rot="-5400000">
        <a:off x="2" y="688408"/>
        <a:ext cx="1018537" cy="436516"/>
      </dsp:txXfrm>
    </dsp:sp>
    <dsp:sp modelId="{479543A5-44A7-4D3E-A638-525E2870E70B}">
      <dsp:nvSpPr>
        <dsp:cNvPr id="0" name=""/>
        <dsp:cNvSpPr/>
      </dsp:nvSpPr>
      <dsp:spPr>
        <a:xfrm rot="5400000">
          <a:off x="3980476" y="-2953500"/>
          <a:ext cx="1287184" cy="72110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Veterinary care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Animal procurement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Quarantine, stabilization and separation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 dirty="0"/>
        </a:p>
      </dsp:txBody>
      <dsp:txXfrm rot="-5400000">
        <a:off x="1018538" y="71273"/>
        <a:ext cx="7148227" cy="1161514"/>
      </dsp:txXfrm>
    </dsp:sp>
    <dsp:sp modelId="{B48465EF-D2FF-4627-9856-A6F322E5D0C6}">
      <dsp:nvSpPr>
        <dsp:cNvPr id="0" name=""/>
        <dsp:cNvSpPr/>
      </dsp:nvSpPr>
      <dsp:spPr>
        <a:xfrm rot="5400000">
          <a:off x="-218257" y="2012802"/>
          <a:ext cx="1455053" cy="101853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2" y="2303813"/>
        <a:ext cx="1018537" cy="436516"/>
      </dsp:txXfrm>
    </dsp:sp>
    <dsp:sp modelId="{67254219-FB39-4487-B64B-2A3AAF62147A}">
      <dsp:nvSpPr>
        <dsp:cNvPr id="0" name=""/>
        <dsp:cNvSpPr/>
      </dsp:nvSpPr>
      <dsp:spPr>
        <a:xfrm rot="5400000">
          <a:off x="3828030" y="-1443379"/>
          <a:ext cx="1592076" cy="72110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Personnel and training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Animal care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Personal hygiene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 dirty="0"/>
        </a:p>
      </dsp:txBody>
      <dsp:txXfrm rot="-5400000">
        <a:off x="1018538" y="1443832"/>
        <a:ext cx="7133343" cy="1436638"/>
      </dsp:txXfrm>
    </dsp:sp>
    <dsp:sp modelId="{97C6A25B-2971-4FF9-93EB-7FF67E920F64}">
      <dsp:nvSpPr>
        <dsp:cNvPr id="0" name=""/>
        <dsp:cNvSpPr/>
      </dsp:nvSpPr>
      <dsp:spPr>
        <a:xfrm rot="5400000">
          <a:off x="-218257" y="3542665"/>
          <a:ext cx="1455053" cy="101853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2" y="3833676"/>
        <a:ext cx="1018537" cy="436516"/>
      </dsp:txXfrm>
    </dsp:sp>
    <dsp:sp modelId="{DD378EE2-45E7-4500-9908-C0B1A2598271}">
      <dsp:nvSpPr>
        <dsp:cNvPr id="0" name=""/>
        <dsp:cNvSpPr/>
      </dsp:nvSpPr>
      <dsp:spPr>
        <a:xfrm rot="5400000">
          <a:off x="3913571" y="218222"/>
          <a:ext cx="1420993" cy="72110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Physical facilities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Animal husbandry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Sanitation and cleanliness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 rot="-5400000">
        <a:off x="1018537" y="3182624"/>
        <a:ext cx="7141695" cy="12822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12382-5ED8-4C16-B517-07A55D00D783}">
      <dsp:nvSpPr>
        <dsp:cNvPr id="0" name=""/>
        <dsp:cNvSpPr/>
      </dsp:nvSpPr>
      <dsp:spPr>
        <a:xfrm>
          <a:off x="1592699" y="0"/>
          <a:ext cx="4386262" cy="4386262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4D5B8-4A55-4D59-8BC4-B1F5625C7E62}">
      <dsp:nvSpPr>
        <dsp:cNvPr id="0" name=""/>
        <dsp:cNvSpPr/>
      </dsp:nvSpPr>
      <dsp:spPr>
        <a:xfrm>
          <a:off x="3785830" y="440982"/>
          <a:ext cx="2851070" cy="10383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Protocol Deviation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36516" y="491668"/>
        <a:ext cx="2749698" cy="936938"/>
      </dsp:txXfrm>
    </dsp:sp>
    <dsp:sp modelId="{81BA27BE-5218-4298-8D36-B3FE4BD49DB8}">
      <dsp:nvSpPr>
        <dsp:cNvPr id="0" name=""/>
        <dsp:cNvSpPr/>
      </dsp:nvSpPr>
      <dsp:spPr>
        <a:xfrm>
          <a:off x="3785830" y="1609081"/>
          <a:ext cx="2851070" cy="10383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Refinement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36516" y="1659767"/>
        <a:ext cx="2749698" cy="936938"/>
      </dsp:txXfrm>
    </dsp:sp>
    <dsp:sp modelId="{8E8DDDC1-A2CB-4B09-BD4C-DFAA956F1EED}">
      <dsp:nvSpPr>
        <dsp:cNvPr id="0" name=""/>
        <dsp:cNvSpPr/>
      </dsp:nvSpPr>
      <dsp:spPr>
        <a:xfrm>
          <a:off x="3733798" y="2786062"/>
          <a:ext cx="2851070" cy="10383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IASC Supervision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84484" y="2836748"/>
        <a:ext cx="2749698" cy="936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07A56-DE06-434C-9084-9CEEE6167625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46C48-8EBC-4750-9B76-93FD72438F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6C48-8EBC-4750-9B76-93FD72438F5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1/19/2026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Jadhav Mrunali Milind 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1/19/2026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Jadhav Mrunali Milind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1/19/2026</a:t>
            </a: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Jadhav Mrunali Milind 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6200"/>
            <a:ext cx="914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200400"/>
            <a:ext cx="5524500" cy="1066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CPCSEA GUIDELINES 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690873" y="5715000"/>
            <a:ext cx="4453127" cy="1111578"/>
          </a:xfrm>
          <a:solidFill>
            <a:schemeClr val="accent4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JADHAV  MRUNALI MILIND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 – 523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MPHARM (1</a:t>
            </a:r>
            <a:r>
              <a:rPr lang="en-US" sz="14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 )-QUALITY ASSURANCE  TECHNIQUES</a:t>
            </a:r>
          </a:p>
          <a:p>
            <a:pPr algn="l"/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267790E-2548-5CE4-82EB-4A4EF3489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650" y="-76200"/>
            <a:ext cx="2036109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E8D2BB6-87F8-C2C2-E579-74A5B842A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199"/>
            <a:ext cx="1905000" cy="1844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78FEF3F-40FF-7BAE-768A-01022B7C2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757" y="90858"/>
            <a:ext cx="4608576" cy="73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1745C4-ED0F-A4A4-2793-7234BC052989}"/>
              </a:ext>
            </a:extLst>
          </p:cNvPr>
          <p:cNvSpPr txBox="1"/>
          <p:nvPr/>
        </p:nvSpPr>
        <p:spPr>
          <a:xfrm>
            <a:off x="109728" y="5967666"/>
            <a:ext cx="445312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– MR.SANDEEP GADHWE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CO-GUIDE – MRS.SUVARNA VAKARE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64EAF7-E9B7-5EFE-9BA9-95EE74BDF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changes in CPCSEA guidelines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CPCSEA guidelines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IAEC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390A8F-8AF5-76D2-BB4C-F48ADEEA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5949C-947E-BB19-3310-2B8EC47C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B9290-8DBA-70CB-91A3-15FF860C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4C2C4-C24C-CA9A-463E-F34BE455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13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CPCSEA 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Committee for the purpose of Control and supervision of Experiments on Animals(CPCSEA)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Statutory body formed by the Act of the Indian Parliament under the Prevention of Cruelty to Animals Act, 1960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Formed in 1964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Revived in 1998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quarters at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various guidelines and sub committees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5562600"/>
            <a:ext cx="716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Animal experimentation and ethics in </a:t>
            </a:r>
            <a:r>
              <a:rPr lang="en-US" sz="1400" dirty="0" err="1">
                <a:solidFill>
                  <a:schemeClr val="accent2"/>
                </a:solidFill>
              </a:rPr>
              <a:t>India:the</a:t>
            </a:r>
            <a:r>
              <a:rPr lang="en-US" sz="1400" dirty="0">
                <a:solidFill>
                  <a:schemeClr val="accent2"/>
                </a:solidFill>
              </a:rPr>
              <a:t> CPCSEA makes a difference </a:t>
            </a:r>
            <a:r>
              <a:rPr lang="en-US" sz="1400" dirty="0" err="1">
                <a:solidFill>
                  <a:schemeClr val="accent2"/>
                </a:solidFill>
              </a:rPr>
              <a:t>Shiranee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pereira</a:t>
            </a:r>
            <a:r>
              <a:rPr lang="en-US" sz="1400" dirty="0">
                <a:solidFill>
                  <a:schemeClr val="accent2"/>
                </a:solidFill>
              </a:rPr>
              <a:t> et.al. </a:t>
            </a:r>
            <a:r>
              <a:rPr lang="en-US" sz="1400" dirty="0" err="1">
                <a:solidFill>
                  <a:schemeClr val="accent2"/>
                </a:solidFill>
              </a:rPr>
              <a:t>Altern</a:t>
            </a:r>
            <a:r>
              <a:rPr lang="en-US" sz="1400" dirty="0">
                <a:solidFill>
                  <a:schemeClr val="accent2"/>
                </a:solidFill>
              </a:rPr>
              <a:t> Lab </a:t>
            </a:r>
            <a:r>
              <a:rPr lang="en-US" sz="1400" dirty="0" err="1">
                <a:solidFill>
                  <a:schemeClr val="accent2"/>
                </a:solidFill>
              </a:rPr>
              <a:t>Anim</a:t>
            </a:r>
            <a:r>
              <a:rPr lang="en-US" sz="1400" dirty="0">
                <a:solidFill>
                  <a:schemeClr val="accent2"/>
                </a:solidFill>
              </a:rPr>
              <a:t> 2004 June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71B5B-68BD-4658-BC75-1CF2B887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78EED-9ABE-A37B-99B0-2B647785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5B685-6B1A-25B9-A914-CCF99279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animal experimentation is carried out humane , ethical, scientifically valid , and legally compliant.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credo of 3R Principles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 national ‘Good Laboratory Practice’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CPCSEA INTRODUCTION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5400" y="502920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Animal experimentation and ethics in </a:t>
            </a:r>
            <a:r>
              <a:rPr lang="en-US" dirty="0" err="1">
                <a:solidFill>
                  <a:schemeClr val="accent2"/>
                </a:solidFill>
              </a:rPr>
              <a:t>India:the</a:t>
            </a:r>
            <a:r>
              <a:rPr lang="en-US" dirty="0">
                <a:solidFill>
                  <a:schemeClr val="accent2"/>
                </a:solidFill>
              </a:rPr>
              <a:t> CPCSEA makes a difference </a:t>
            </a:r>
            <a:r>
              <a:rPr lang="en-US" dirty="0" err="1">
                <a:solidFill>
                  <a:schemeClr val="accent2"/>
                </a:solidFill>
              </a:rPr>
              <a:t>Shiranee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pereira</a:t>
            </a:r>
            <a:r>
              <a:rPr lang="en-US" dirty="0">
                <a:solidFill>
                  <a:schemeClr val="accent2"/>
                </a:solidFill>
              </a:rPr>
              <a:t> et.al. </a:t>
            </a:r>
            <a:r>
              <a:rPr lang="en-US" dirty="0" err="1">
                <a:solidFill>
                  <a:schemeClr val="accent2"/>
                </a:solidFill>
              </a:rPr>
              <a:t>Altern</a:t>
            </a:r>
            <a:r>
              <a:rPr lang="en-US" dirty="0">
                <a:solidFill>
                  <a:schemeClr val="accent2"/>
                </a:solidFill>
              </a:rPr>
              <a:t> Lab </a:t>
            </a:r>
            <a:r>
              <a:rPr lang="en-US" dirty="0" err="1">
                <a:solidFill>
                  <a:schemeClr val="accent2"/>
                </a:solidFill>
              </a:rPr>
              <a:t>Anim</a:t>
            </a:r>
            <a:r>
              <a:rPr lang="en-US" dirty="0">
                <a:solidFill>
                  <a:schemeClr val="accent2"/>
                </a:solidFill>
              </a:rPr>
              <a:t> 2004 June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57C51-18DA-24AA-E80B-093B0A4F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38AB-E449-30D1-DF18-CE50853E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87A1F-CF05-F0B6-437C-B248A561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274513"/>
              </p:ext>
            </p:extLst>
          </p:nvPr>
        </p:nvGraphicFramePr>
        <p:xfrm>
          <a:off x="533400" y="1066800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334000"/>
            <a:ext cx="7848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Ahimsa and alternative-the concept of the 4</a:t>
            </a:r>
            <a:r>
              <a:rPr lang="en-US" sz="1400" baseline="30000" dirty="0">
                <a:solidFill>
                  <a:schemeClr val="accent2"/>
                </a:solidFill>
              </a:rPr>
              <a:t>th</a:t>
            </a:r>
            <a:r>
              <a:rPr lang="en-US" sz="1400" dirty="0">
                <a:solidFill>
                  <a:schemeClr val="accent2"/>
                </a:solidFill>
              </a:rPr>
              <a:t> R. The CPCSEA in India </a:t>
            </a:r>
            <a:r>
              <a:rPr lang="en-US" sz="1400" dirty="0" err="1">
                <a:solidFill>
                  <a:schemeClr val="accent2"/>
                </a:solidFill>
              </a:rPr>
              <a:t>Shiranee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pereira</a:t>
            </a:r>
            <a:r>
              <a:rPr lang="en-US" sz="1400" dirty="0">
                <a:solidFill>
                  <a:schemeClr val="accent2"/>
                </a:solidFill>
              </a:rPr>
              <a:t> et.al. ALTEX.2005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Ministry of fisheries, Animal </a:t>
            </a:r>
            <a:r>
              <a:rPr lang="en-US" sz="1400" dirty="0" err="1">
                <a:solidFill>
                  <a:schemeClr val="accent2"/>
                </a:solidFill>
              </a:rPr>
              <a:t>Husbandary</a:t>
            </a:r>
            <a:r>
              <a:rPr lang="en-US" sz="1400" dirty="0">
                <a:solidFill>
                  <a:schemeClr val="accent2"/>
                </a:solidFill>
              </a:rPr>
              <a:t> and </a:t>
            </a:r>
            <a:r>
              <a:rPr lang="en-US" sz="1400" dirty="0" err="1">
                <a:solidFill>
                  <a:schemeClr val="accent2"/>
                </a:solidFill>
              </a:rPr>
              <a:t>Dairying,Department</a:t>
            </a:r>
            <a:r>
              <a:rPr lang="en-US" sz="1400" dirty="0">
                <a:solidFill>
                  <a:schemeClr val="accent2"/>
                </a:solidFill>
              </a:rPr>
              <a:t> Of Animal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 Husbandry and Dairying Government of </a:t>
            </a:r>
            <a:r>
              <a:rPr lang="en-US" sz="1400" dirty="0" err="1">
                <a:solidFill>
                  <a:schemeClr val="accent2"/>
                </a:solidFill>
              </a:rPr>
              <a:t>india</a:t>
            </a:r>
            <a:endParaRPr lang="en-US" sz="1400" dirty="0">
              <a:solidFill>
                <a:schemeClr val="accent2"/>
              </a:solidFill>
            </a:endParaRPr>
          </a:p>
          <a:p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436C3-2176-58FC-B8CD-0B903704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991F4-3E49-EFE6-BB33-01B13FD0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4710C-3CE8-1D54-4BEE-EF56F491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1642871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laboratory animals(rats, mice, guinea, pigs)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animals(rabbits, dogs , pigs)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Animals(cattle, Buffalo, sheep , goats , poultry)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Aquatic animals(fish, frog)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Birds(chickens, pigeons)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ANIMAL COVERED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590800"/>
            <a:ext cx="4495800" cy="213360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1447800" y="4800600"/>
            <a:ext cx="769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2"/>
                </a:solidFill>
              </a:rPr>
              <a:t>Ramachandra</a:t>
            </a:r>
            <a:r>
              <a:rPr lang="en-US" sz="1400" dirty="0">
                <a:solidFill>
                  <a:schemeClr val="accent2"/>
                </a:solidFill>
              </a:rPr>
              <a:t> R. et al., Journal of Laboratory Animal science –Alternative models under CPCSEA regulation.</a:t>
            </a:r>
          </a:p>
          <a:p>
            <a:r>
              <a:rPr lang="en-US" sz="1400" dirty="0" err="1">
                <a:solidFill>
                  <a:schemeClr val="accent2"/>
                </a:solidFill>
              </a:rPr>
              <a:t>Yadav</a:t>
            </a:r>
            <a:r>
              <a:rPr lang="en-US" sz="1400" dirty="0">
                <a:solidFill>
                  <a:schemeClr val="accent2"/>
                </a:solidFill>
              </a:rPr>
              <a:t> A.R., Pharmacology Journal(2020) CPCSEA guidelines for laboratory animal facilities.</a:t>
            </a:r>
          </a:p>
          <a:p>
            <a:r>
              <a:rPr lang="en-US" sz="1400" dirty="0" err="1">
                <a:solidFill>
                  <a:schemeClr val="accent2"/>
                </a:solidFill>
              </a:rPr>
              <a:t>Shiranee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pereira</a:t>
            </a:r>
            <a:r>
              <a:rPr lang="en-US" sz="1400" dirty="0">
                <a:solidFill>
                  <a:schemeClr val="accent2"/>
                </a:solidFill>
              </a:rPr>
              <a:t> et al.IJP/IJMR- CPCSEA role in relating large-animal experimentation in India.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7F273-998B-E2EF-3FD2-BDFC1637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A7C1-88DC-CAEE-4DDF-A73A5806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896FE-841D-1753-EFCA-19919A22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447800"/>
            <a:ext cx="8229600" cy="452596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ministry of fisheries ,animal husbandry and dairying have changed the name of the committee that controls and monitors the experiments on animals 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CPCSEA changed to “Committee for the control and supervision of experiments on animals(CCSEA)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order dated January 6,2023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1736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CPCSEA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57800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V-110119(13/2022-CPCSEA-DADE Government of India Ministry of fisheries, animal husbandry and Dairying (CCSEA)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3514A-ACB3-0154-8A9F-B8E7F1B5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AE914-4AF9-59E9-6B74-5DC2C438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9B305-07A4-4208-EEF7-C54A7946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CPCSEA in its 101th meeting has recommended that stray dog may be used for new vaccines trials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fee structures and penalties for late renewal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Gazette notifications issued in 2025 for reconstitution and amendments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DDA44-C41A-C2D7-633B-903A8C1B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DEAAE-B37D-C257-A141-9C98C957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71B6-6189-830D-FC80-8C0F75B3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835696"/>
              </p:ext>
            </p:extLst>
          </p:nvPr>
        </p:nvGraphicFramePr>
        <p:xfrm>
          <a:off x="457200" y="1219200"/>
          <a:ext cx="8229600" cy="4787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CPCSEA GUIDELINES FOR LABORATORY FACILITIES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57912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Indian Journal of Pharmacology 2003, 257-274, CPCSEA GUIDELINCES LABORATORY ANIMAL FACILITIES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25C02-87CD-E4DF-36BD-9904BE5CD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029C0-8FCA-C4D0-23B0-70CD9C45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2D490-6E58-16F6-F9EA-14419BAB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Ministry of Environment and Forest</a:t>
            </a:r>
            <a:b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(Animal Welfare)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899280" y="1603624"/>
            <a:ext cx="2590800" cy="1676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CPCSEA</a:t>
            </a:r>
          </a:p>
        </p:txBody>
      </p:sp>
      <p:sp>
        <p:nvSpPr>
          <p:cNvPr id="10" name="Down Arrow 9"/>
          <p:cNvSpPr/>
          <p:nvPr/>
        </p:nvSpPr>
        <p:spPr>
          <a:xfrm rot="4020000">
            <a:off x="2423751" y="3223303"/>
            <a:ext cx="731520" cy="128016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-3480000">
            <a:off x="5095282" y="3285893"/>
            <a:ext cx="731520" cy="128016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90600" y="4419600"/>
            <a:ext cx="1828800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IAEC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715000" y="4419600"/>
            <a:ext cx="1828800" cy="1143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IBSC/IBC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06560-CE81-277A-B7D9-5286F36B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EB75D-3202-2423-AEA6-BF131262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34019-8334-7470-FDCE-B16EE7D6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Institutional Animal Ethics Committee(IAEC)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IAEC is Protecting animal welfare by minimizing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pain,distress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unnecessary use of animal.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legally mandated committee under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law, specifically under the  prevention of Cruelty to Animals Act,1960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51816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Role of IAEC in promoting Human and Ethical Research in in India 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Akshada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Bhoyarekar,Harsh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Prassana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Pukale</a:t>
            </a:r>
            <a:r>
              <a:rPr lang="en-US" dirty="0">
                <a:solidFill>
                  <a:schemeClr val="accent2"/>
                </a:solidFill>
              </a:rPr>
              <a:t>, Dr. </a:t>
            </a:r>
            <a:r>
              <a:rPr lang="en-US" dirty="0" err="1">
                <a:solidFill>
                  <a:schemeClr val="accent2"/>
                </a:solidFill>
              </a:rPr>
              <a:t>Neeraj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Vyawahar</a:t>
            </a:r>
            <a:r>
              <a:rPr lang="en-US" dirty="0">
                <a:solidFill>
                  <a:schemeClr val="accent2"/>
                </a:solidFill>
              </a:rPr>
              <a:t>,    </a:t>
            </a:r>
            <a:r>
              <a:rPr lang="en-US" dirty="0" err="1">
                <a:solidFill>
                  <a:schemeClr val="accent2"/>
                </a:solidFill>
              </a:rPr>
              <a:t>Dr.smeeta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Sadar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4127C-93E4-2CA7-EED7-4BE2AA7F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7AD42-08E9-5B1A-1F61-A55515C2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C292B-588A-8A90-7987-4CD1FA82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Nominees of CCSEA are attending the meeting through online mode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Nominees have stopped inspecting the animal house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facilities,thereby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compromising the animal welfare.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CCSEA in its 135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held on 23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July,2025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decided that all the IAEC meeting should be conducted physically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383B-5BD2-9784-8079-6AB761BA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B0AF8-81E1-0D43-6567-20B35964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265E5-2720-BF9F-DBB1-F5FB19131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 inspection of the animal house facility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instructions for animal house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inspecton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PI project presentation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B050A-CF7A-09BF-EA9E-19EF30C46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F4A23-D725-5682-DCEE-03DEF24B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96AA-2F18-7B59-6D23-E4B6D2E8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0" algn="ctr">
              <a:buNone/>
            </a:pPr>
            <a:r>
              <a:rPr lang="en-US" sz="2400" dirty="0"/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at a veterinary university is                    researching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   </a:t>
            </a:r>
          </a:p>
          <a:p>
            <a:pPr marL="36576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The wound-healing properties of a new herbal gel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from the IAEC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gel on 12 rats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D1773AF-AC0F-D3D6-2B45-0B6A0C199C35}"/>
              </a:ext>
            </a:extLst>
          </p:cNvPr>
          <p:cNvSpPr/>
          <p:nvPr/>
        </p:nvSpPr>
        <p:spPr>
          <a:xfrm>
            <a:off x="4000500" y="2438400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7DE70F9-EA80-119A-F3F2-2169CE8F8131}"/>
              </a:ext>
            </a:extLst>
          </p:cNvPr>
          <p:cNvSpPr/>
          <p:nvPr/>
        </p:nvSpPr>
        <p:spPr>
          <a:xfrm>
            <a:off x="4038600" y="3657601"/>
            <a:ext cx="3810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105D300-5AA9-0D69-4DB9-A0683AB41E65}"/>
              </a:ext>
            </a:extLst>
          </p:cNvPr>
          <p:cNvSpPr/>
          <p:nvPr/>
        </p:nvSpPr>
        <p:spPr>
          <a:xfrm>
            <a:off x="4038600" y="4724400"/>
            <a:ext cx="3810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A0791-4C44-45BE-15C5-E59AC30ED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CD4BC-319C-8780-8D63-6FA16040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C450B-1B05-763A-10DD-06D58FDF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0FD454-BA06-588D-3E9B-F119D373E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endParaRPr lang="en-US" dirty="0"/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notices that the gel work very well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decided to see if it works on burn wounds as well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filling a new form B or asking the IAEC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uses a heated metal rod to create small burns injuries on 6 of the existing rats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652B20-5F00-E7EF-7BD6-5DA0B47E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4305-E629-C46A-65E3-4AD22E2B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F8AD1-D9ED-2561-F460-7AC68A16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31FF-BBF1-E918-BD43-A8A20D36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69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2FC993-A086-74DC-482D-9579D87D7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CCSEA main nominee checks laboratory logs and notices:</a:t>
            </a:r>
          </a:p>
          <a:p>
            <a:pPr marL="10972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nature of injury not match the approved protocol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rats showing sings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daistress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show the use of post-operative analgesics for burn trauma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017EF8-FE11-5FAC-2AB7-919C0445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AUDIT DISCOVERY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7E4E7-9C10-9F78-0293-CECEAD61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A59BE-5DC6-996D-F1B9-12C8661E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368F7-AA74-3D2F-4BBD-D48C154E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3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2B98F8-A0CF-70AF-1AB3-83812177D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875687"/>
              </p:ext>
            </p:extLst>
          </p:nvPr>
        </p:nvGraphicFramePr>
        <p:xfrm>
          <a:off x="457200" y="1481138"/>
          <a:ext cx="8229600" cy="438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F06CABC-4C8A-0169-813A-95CA4093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CCSEA GUIDELINES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7F1D4-1EE4-7B95-6643-EC0A7B40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538D0-AFE5-58B2-F794-E16676AD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702A4-6EAF-9481-E198-FEB48D9E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06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8F338E-5B7E-1E88-A912-6E9EFE2BA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37C7-0A78-07CD-D4F9-C010A82F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0BC6C-6DB2-50EC-FE39-14BB5E9E7F17}"/>
              </a:ext>
            </a:extLst>
          </p:cNvPr>
          <p:cNvSpPr/>
          <p:nvPr/>
        </p:nvSpPr>
        <p:spPr>
          <a:xfrm>
            <a:off x="3048000" y="1542891"/>
            <a:ext cx="2667000" cy="91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Stop-work order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2F7D0-C704-AD72-3A47-11E8E3187832}"/>
              </a:ext>
            </a:extLst>
          </p:cNvPr>
          <p:cNvSpPr/>
          <p:nvPr/>
        </p:nvSpPr>
        <p:spPr>
          <a:xfrm>
            <a:off x="3051048" y="3157728"/>
            <a:ext cx="2667000" cy="91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Invalidation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33E93-4704-F989-43C9-1C4F3DBB2D1F}"/>
              </a:ext>
            </a:extLst>
          </p:cNvPr>
          <p:cNvSpPr/>
          <p:nvPr/>
        </p:nvSpPr>
        <p:spPr>
          <a:xfrm>
            <a:off x="3048000" y="4648200"/>
            <a:ext cx="2673096" cy="91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Warning/Blocklisting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D7E9D5-9C75-1391-4D11-48AFD5BA8ADC}"/>
              </a:ext>
            </a:extLst>
          </p:cNvPr>
          <p:cNvSpPr/>
          <p:nvPr/>
        </p:nvSpPr>
        <p:spPr>
          <a:xfrm>
            <a:off x="4152900" y="2622201"/>
            <a:ext cx="457200" cy="490728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69EB7C6-8888-5F9A-387E-4EDB43FFD775}"/>
              </a:ext>
            </a:extLst>
          </p:cNvPr>
          <p:cNvSpPr/>
          <p:nvPr/>
        </p:nvSpPr>
        <p:spPr>
          <a:xfrm>
            <a:off x="4108704" y="4165727"/>
            <a:ext cx="457200" cy="4572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90F0A-E89E-A1A5-972A-C4C7D365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1/19/2026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5FA135D-1495-D5BC-5C78-BCDD6052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Jadhav Mrunali Milind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013BCB-DBEC-167A-2CDF-2C9E6E9A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00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883</TotalTime>
  <Words>894</Words>
  <Application>Microsoft Office PowerPoint</Application>
  <PresentationFormat>On-screen Show (4:3)</PresentationFormat>
  <Paragraphs>165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CPCSEA GUIDELINES </vt:lpstr>
      <vt:lpstr>Content</vt:lpstr>
      <vt:lpstr>  CPCSEA INTRODUCTION</vt:lpstr>
      <vt:lpstr>CPCSEA INTRODUCTION</vt:lpstr>
      <vt:lpstr>OBJECTIVES</vt:lpstr>
      <vt:lpstr>   TYPES OF ANIMAL COVERED</vt:lpstr>
      <vt:lpstr>CHANGES IN CPCSEA GUIDELINES</vt:lpstr>
      <vt:lpstr>PowerPoint Presentation</vt:lpstr>
      <vt:lpstr>CPCSEA GUIDELINES FOR LABORATORY FACILITIES</vt:lpstr>
      <vt:lpstr>Ministry of Environment and Forest (Animal Welfare)</vt:lpstr>
      <vt:lpstr>IAEC</vt:lpstr>
      <vt:lpstr>PowerPoint Presentation</vt:lpstr>
      <vt:lpstr>PowerPoint Presentation</vt:lpstr>
      <vt:lpstr>CASE STUDY</vt:lpstr>
      <vt:lpstr>DEVIATION</vt:lpstr>
      <vt:lpstr>THE AUDIT DISCOVERY</vt:lpstr>
      <vt:lpstr>VIOLATION OF CCSEA GUIDELINES</vt:lpstr>
      <vt:lpstr>CONSEQUENCES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CPCSEA GUIDELINES</dc:title>
  <dc:creator>HP</dc:creator>
  <cp:lastModifiedBy>Pawar, Harshada Sarjerao (Cognizant)</cp:lastModifiedBy>
  <cp:revision>86</cp:revision>
  <dcterms:created xsi:type="dcterms:W3CDTF">2026-01-11T17:32:22Z</dcterms:created>
  <dcterms:modified xsi:type="dcterms:W3CDTF">2026-01-14T20:57:04Z</dcterms:modified>
</cp:coreProperties>
</file>